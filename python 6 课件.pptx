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27"/>
  </p:notesMasterIdLst>
  <p:sldIdLst>
    <p:sldId id="256" r:id="rId2"/>
    <p:sldId id="328" r:id="rId3"/>
    <p:sldId id="364" r:id="rId4"/>
    <p:sldId id="366" r:id="rId5"/>
    <p:sldId id="369" r:id="rId6"/>
    <p:sldId id="354" r:id="rId7"/>
    <p:sldId id="370" r:id="rId8"/>
    <p:sldId id="371" r:id="rId9"/>
    <p:sldId id="372" r:id="rId10"/>
    <p:sldId id="374" r:id="rId11"/>
    <p:sldId id="375" r:id="rId12"/>
    <p:sldId id="376" r:id="rId13"/>
    <p:sldId id="377" r:id="rId14"/>
    <p:sldId id="373" r:id="rId15"/>
    <p:sldId id="378" r:id="rId16"/>
    <p:sldId id="379" r:id="rId17"/>
    <p:sldId id="380" r:id="rId18"/>
    <p:sldId id="381" r:id="rId19"/>
    <p:sldId id="382" r:id="rId20"/>
    <p:sldId id="383" r:id="rId21"/>
    <p:sldId id="355" r:id="rId22"/>
    <p:sldId id="384" r:id="rId23"/>
    <p:sldId id="345" r:id="rId24"/>
    <p:sldId id="368" r:id="rId25"/>
    <p:sldId id="385" r:id="rId26"/>
  </p:sldIdLst>
  <p:sldSz cx="9144000" cy="5143500" type="screen16x9"/>
  <p:notesSz cx="6858000" cy="9144000"/>
  <p:embeddedFontLst>
    <p:embeddedFont>
      <p:font typeface="Amatic SC" panose="02010600030101010101" charset="-79"/>
      <p:regular r:id="rId28"/>
      <p:bold r:id="rId29"/>
    </p:embeddedFont>
    <p:embeddedFont>
      <p:font typeface="Didact Gothic" panose="02010600030101010101" charset="0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7C7E8B-EC61-4B47-833F-6E38ABF43110}">
  <a:tblStyle styleId="{D47C7E8B-EC61-4B47-833F-6E38ABF431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2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Google Shape;2777;gb42fc8fb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8" name="Google Shape;2778;gb42fc8fb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068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2120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5089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93920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26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2719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9517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9570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1245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30116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14662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2691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25848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44140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33986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96545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79890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29344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01815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67255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23408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64410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99853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8771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25">
            <a:off x="2392986" y="1928555"/>
            <a:ext cx="4276363" cy="1602666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 rot="1847120">
            <a:off x="7536181" y="807815"/>
            <a:ext cx="515156" cy="500520"/>
            <a:chOff x="8667201" y="2266387"/>
            <a:chExt cx="389754" cy="378681"/>
          </a:xfrm>
        </p:grpSpPr>
        <p:sp>
          <p:nvSpPr>
            <p:cNvPr id="11" name="Google Shape;11;p2"/>
            <p:cNvSpPr/>
            <p:nvPr/>
          </p:nvSpPr>
          <p:spPr>
            <a:xfrm>
              <a:off x="8667201" y="2268670"/>
              <a:ext cx="389754" cy="376398"/>
            </a:xfrm>
            <a:custGeom>
              <a:avLst/>
              <a:gdLst/>
              <a:ahLst/>
              <a:cxnLst/>
              <a:rect l="l" t="t" r="r" b="b"/>
              <a:pathLst>
                <a:path w="8025" h="7750" extrusionOk="0">
                  <a:moveTo>
                    <a:pt x="3489" y="0"/>
                  </a:moveTo>
                  <a:cubicBezTo>
                    <a:pt x="3483" y="0"/>
                    <a:pt x="3478" y="4"/>
                    <a:pt x="3475" y="11"/>
                  </a:cubicBezTo>
                  <a:cubicBezTo>
                    <a:pt x="3350" y="271"/>
                    <a:pt x="2826" y="5218"/>
                    <a:pt x="2826" y="5218"/>
                  </a:cubicBezTo>
                  <a:cubicBezTo>
                    <a:pt x="2826" y="5218"/>
                    <a:pt x="595" y="4032"/>
                    <a:pt x="108" y="4032"/>
                  </a:cubicBezTo>
                  <a:cubicBezTo>
                    <a:pt x="34" y="4032"/>
                    <a:pt x="1" y="4060"/>
                    <a:pt x="22" y="4123"/>
                  </a:cubicBezTo>
                  <a:cubicBezTo>
                    <a:pt x="184" y="4604"/>
                    <a:pt x="2826" y="7750"/>
                    <a:pt x="2826" y="7750"/>
                  </a:cubicBezTo>
                  <a:lnTo>
                    <a:pt x="7436" y="6377"/>
                  </a:lnTo>
                  <a:cubicBezTo>
                    <a:pt x="7436" y="6377"/>
                    <a:pt x="8024" y="1403"/>
                    <a:pt x="7436" y="1092"/>
                  </a:cubicBezTo>
                  <a:cubicBezTo>
                    <a:pt x="7413" y="1079"/>
                    <a:pt x="7388" y="1073"/>
                    <a:pt x="7363" y="1073"/>
                  </a:cubicBezTo>
                  <a:cubicBezTo>
                    <a:pt x="6765" y="1073"/>
                    <a:pt x="5783" y="4498"/>
                    <a:pt x="5783" y="4498"/>
                  </a:cubicBezTo>
                  <a:cubicBezTo>
                    <a:pt x="5783" y="4498"/>
                    <a:pt x="3712" y="0"/>
                    <a:pt x="34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679779" y="2323259"/>
              <a:ext cx="82613" cy="78728"/>
            </a:xfrm>
            <a:custGeom>
              <a:avLst/>
              <a:gdLst/>
              <a:ahLst/>
              <a:cxnLst/>
              <a:rect l="l" t="t" r="r" b="b"/>
              <a:pathLst>
                <a:path w="1701" h="1621" extrusionOk="0">
                  <a:moveTo>
                    <a:pt x="407" y="0"/>
                  </a:moveTo>
                  <a:cubicBezTo>
                    <a:pt x="199" y="0"/>
                    <a:pt x="1" y="196"/>
                    <a:pt x="138" y="421"/>
                  </a:cubicBezTo>
                  <a:cubicBezTo>
                    <a:pt x="276" y="647"/>
                    <a:pt x="489" y="836"/>
                    <a:pt x="672" y="1026"/>
                  </a:cubicBezTo>
                  <a:cubicBezTo>
                    <a:pt x="858" y="1218"/>
                    <a:pt x="1071" y="1441"/>
                    <a:pt x="1294" y="1587"/>
                  </a:cubicBezTo>
                  <a:cubicBezTo>
                    <a:pt x="1330" y="1610"/>
                    <a:pt x="1368" y="1620"/>
                    <a:pt x="1406" y="1620"/>
                  </a:cubicBezTo>
                  <a:cubicBezTo>
                    <a:pt x="1562" y="1620"/>
                    <a:pt x="1701" y="1439"/>
                    <a:pt x="1622" y="1286"/>
                  </a:cubicBezTo>
                  <a:cubicBezTo>
                    <a:pt x="1493" y="1029"/>
                    <a:pt x="1266" y="779"/>
                    <a:pt x="1074" y="570"/>
                  </a:cubicBezTo>
                  <a:cubicBezTo>
                    <a:pt x="922" y="404"/>
                    <a:pt x="773" y="191"/>
                    <a:pt x="591" y="59"/>
                  </a:cubicBezTo>
                  <a:cubicBezTo>
                    <a:pt x="535" y="18"/>
                    <a:pt x="470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919310" y="2266387"/>
              <a:ext cx="28169" cy="90773"/>
            </a:xfrm>
            <a:custGeom>
              <a:avLst/>
              <a:gdLst/>
              <a:ahLst/>
              <a:cxnLst/>
              <a:rect l="l" t="t" r="r" b="b"/>
              <a:pathLst>
                <a:path w="580" h="1869" extrusionOk="0">
                  <a:moveTo>
                    <a:pt x="329" y="1"/>
                  </a:moveTo>
                  <a:cubicBezTo>
                    <a:pt x="1" y="1"/>
                    <a:pt x="58" y="534"/>
                    <a:pt x="52" y="781"/>
                  </a:cubicBezTo>
                  <a:cubicBezTo>
                    <a:pt x="45" y="964"/>
                    <a:pt x="28" y="1166"/>
                    <a:pt x="59" y="1349"/>
                  </a:cubicBezTo>
                  <a:cubicBezTo>
                    <a:pt x="93" y="1561"/>
                    <a:pt x="201" y="1677"/>
                    <a:pt x="332" y="1836"/>
                  </a:cubicBezTo>
                  <a:cubicBezTo>
                    <a:pt x="352" y="1859"/>
                    <a:pt x="373" y="1869"/>
                    <a:pt x="394" y="1869"/>
                  </a:cubicBezTo>
                  <a:cubicBezTo>
                    <a:pt x="440" y="1869"/>
                    <a:pt x="477" y="1816"/>
                    <a:pt x="454" y="1754"/>
                  </a:cubicBezTo>
                  <a:cubicBezTo>
                    <a:pt x="427" y="1673"/>
                    <a:pt x="491" y="1521"/>
                    <a:pt x="502" y="1430"/>
                  </a:cubicBezTo>
                  <a:cubicBezTo>
                    <a:pt x="514" y="1298"/>
                    <a:pt x="514" y="1166"/>
                    <a:pt x="522" y="1034"/>
                  </a:cubicBezTo>
                  <a:cubicBezTo>
                    <a:pt x="532" y="774"/>
                    <a:pt x="559" y="510"/>
                    <a:pt x="572" y="251"/>
                  </a:cubicBezTo>
                  <a:cubicBezTo>
                    <a:pt x="579" y="149"/>
                    <a:pt x="522" y="37"/>
                    <a:pt x="413" y="11"/>
                  </a:cubicBezTo>
                  <a:cubicBezTo>
                    <a:pt x="383" y="4"/>
                    <a:pt x="355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7267002" y="3579713"/>
            <a:ext cx="1614292" cy="1454243"/>
            <a:chOff x="7150051" y="3491912"/>
            <a:chExt cx="1632742" cy="1471012"/>
          </a:xfrm>
        </p:grpSpPr>
        <p:sp>
          <p:nvSpPr>
            <p:cNvPr id="16" name="Google Shape;16;p2"/>
            <p:cNvSpPr/>
            <p:nvPr/>
          </p:nvSpPr>
          <p:spPr>
            <a:xfrm>
              <a:off x="7539508" y="4223763"/>
              <a:ext cx="178291" cy="114522"/>
            </a:xfrm>
            <a:custGeom>
              <a:avLst/>
              <a:gdLst/>
              <a:ahLst/>
              <a:cxnLst/>
              <a:rect l="l" t="t" r="r" b="b"/>
              <a:pathLst>
                <a:path w="3671" h="2358" extrusionOk="0">
                  <a:moveTo>
                    <a:pt x="1752" y="0"/>
                  </a:moveTo>
                  <a:cubicBezTo>
                    <a:pt x="1254" y="0"/>
                    <a:pt x="810" y="189"/>
                    <a:pt x="561" y="745"/>
                  </a:cubicBezTo>
                  <a:cubicBezTo>
                    <a:pt x="0" y="1994"/>
                    <a:pt x="1577" y="2357"/>
                    <a:pt x="2707" y="2357"/>
                  </a:cubicBezTo>
                  <a:cubicBezTo>
                    <a:pt x="3025" y="2357"/>
                    <a:pt x="3309" y="2329"/>
                    <a:pt x="3498" y="2282"/>
                  </a:cubicBezTo>
                  <a:cubicBezTo>
                    <a:pt x="3502" y="2281"/>
                    <a:pt x="3505" y="2281"/>
                    <a:pt x="3509" y="2281"/>
                  </a:cubicBezTo>
                  <a:cubicBezTo>
                    <a:pt x="3526" y="2281"/>
                    <a:pt x="3536" y="2295"/>
                    <a:pt x="3539" y="2312"/>
                  </a:cubicBezTo>
                  <a:cubicBezTo>
                    <a:pt x="3586" y="2292"/>
                    <a:pt x="3634" y="2272"/>
                    <a:pt x="3670" y="2252"/>
                  </a:cubicBezTo>
                  <a:cubicBezTo>
                    <a:pt x="3647" y="1651"/>
                    <a:pt x="3630" y="1076"/>
                    <a:pt x="3620" y="542"/>
                  </a:cubicBezTo>
                  <a:cubicBezTo>
                    <a:pt x="3100" y="302"/>
                    <a:pt x="2383" y="0"/>
                    <a:pt x="1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169430" y="3510853"/>
              <a:ext cx="1594957" cy="1433033"/>
            </a:xfrm>
            <a:custGeom>
              <a:avLst/>
              <a:gdLst/>
              <a:ahLst/>
              <a:cxnLst/>
              <a:rect l="l" t="t" r="r" b="b"/>
              <a:pathLst>
                <a:path w="32840" h="29506" extrusionOk="0">
                  <a:moveTo>
                    <a:pt x="13105" y="3339"/>
                  </a:moveTo>
                  <a:cubicBezTo>
                    <a:pt x="13531" y="3339"/>
                    <a:pt x="13876" y="3684"/>
                    <a:pt x="13876" y="4113"/>
                  </a:cubicBezTo>
                  <a:cubicBezTo>
                    <a:pt x="13876" y="4539"/>
                    <a:pt x="13531" y="4887"/>
                    <a:pt x="13105" y="4887"/>
                  </a:cubicBezTo>
                  <a:cubicBezTo>
                    <a:pt x="12676" y="4887"/>
                    <a:pt x="12331" y="4539"/>
                    <a:pt x="12331" y="4113"/>
                  </a:cubicBezTo>
                  <a:cubicBezTo>
                    <a:pt x="12331" y="3684"/>
                    <a:pt x="12676" y="3339"/>
                    <a:pt x="13105" y="3339"/>
                  </a:cubicBezTo>
                  <a:close/>
                  <a:moveTo>
                    <a:pt x="26801" y="21271"/>
                  </a:moveTo>
                  <a:cubicBezTo>
                    <a:pt x="26924" y="21271"/>
                    <a:pt x="27045" y="21304"/>
                    <a:pt x="27136" y="21371"/>
                  </a:cubicBezTo>
                  <a:cubicBezTo>
                    <a:pt x="27153" y="21385"/>
                    <a:pt x="27166" y="21415"/>
                    <a:pt x="27173" y="21449"/>
                  </a:cubicBezTo>
                  <a:cubicBezTo>
                    <a:pt x="27186" y="21452"/>
                    <a:pt x="27203" y="21455"/>
                    <a:pt x="27217" y="21463"/>
                  </a:cubicBezTo>
                  <a:cubicBezTo>
                    <a:pt x="27220" y="21433"/>
                    <a:pt x="27231" y="21407"/>
                    <a:pt x="27255" y="21407"/>
                  </a:cubicBezTo>
                  <a:cubicBezTo>
                    <a:pt x="27259" y="21407"/>
                    <a:pt x="27263" y="21407"/>
                    <a:pt x="27267" y="21408"/>
                  </a:cubicBezTo>
                  <a:cubicBezTo>
                    <a:pt x="27515" y="21459"/>
                    <a:pt x="27846" y="21831"/>
                    <a:pt x="27713" y="22098"/>
                  </a:cubicBezTo>
                  <a:cubicBezTo>
                    <a:pt x="27651" y="22228"/>
                    <a:pt x="27502" y="22272"/>
                    <a:pt x="27334" y="22272"/>
                  </a:cubicBezTo>
                  <a:cubicBezTo>
                    <a:pt x="27110" y="22272"/>
                    <a:pt x="26853" y="22194"/>
                    <a:pt x="26724" y="22138"/>
                  </a:cubicBezTo>
                  <a:cubicBezTo>
                    <a:pt x="26490" y="22040"/>
                    <a:pt x="26200" y="21811"/>
                    <a:pt x="26331" y="21527"/>
                  </a:cubicBezTo>
                  <a:cubicBezTo>
                    <a:pt x="26410" y="21355"/>
                    <a:pt x="26607" y="21271"/>
                    <a:pt x="26801" y="21271"/>
                  </a:cubicBezTo>
                  <a:close/>
                  <a:moveTo>
                    <a:pt x="25178" y="22293"/>
                  </a:moveTo>
                  <a:cubicBezTo>
                    <a:pt x="25323" y="22293"/>
                    <a:pt x="25464" y="22317"/>
                    <a:pt x="25578" y="22361"/>
                  </a:cubicBezTo>
                  <a:cubicBezTo>
                    <a:pt x="25598" y="22368"/>
                    <a:pt x="25609" y="22392"/>
                    <a:pt x="25619" y="22419"/>
                  </a:cubicBezTo>
                  <a:cubicBezTo>
                    <a:pt x="25706" y="22433"/>
                    <a:pt x="25795" y="22456"/>
                    <a:pt x="25876" y="22483"/>
                  </a:cubicBezTo>
                  <a:cubicBezTo>
                    <a:pt x="25876" y="22447"/>
                    <a:pt x="25887" y="22415"/>
                    <a:pt x="25922" y="22415"/>
                  </a:cubicBezTo>
                  <a:cubicBezTo>
                    <a:pt x="25929" y="22415"/>
                    <a:pt x="25937" y="22416"/>
                    <a:pt x="25946" y="22419"/>
                  </a:cubicBezTo>
                  <a:cubicBezTo>
                    <a:pt x="26335" y="22558"/>
                    <a:pt x="26639" y="23061"/>
                    <a:pt x="26301" y="23406"/>
                  </a:cubicBezTo>
                  <a:cubicBezTo>
                    <a:pt x="26124" y="23585"/>
                    <a:pt x="25848" y="23661"/>
                    <a:pt x="25569" y="23661"/>
                  </a:cubicBezTo>
                  <a:cubicBezTo>
                    <a:pt x="25318" y="23661"/>
                    <a:pt x="25065" y="23599"/>
                    <a:pt x="24879" y="23497"/>
                  </a:cubicBezTo>
                  <a:cubicBezTo>
                    <a:pt x="24588" y="23335"/>
                    <a:pt x="24138" y="22888"/>
                    <a:pt x="24456" y="22550"/>
                  </a:cubicBezTo>
                  <a:cubicBezTo>
                    <a:pt x="24621" y="22375"/>
                    <a:pt x="24908" y="22293"/>
                    <a:pt x="25178" y="22293"/>
                  </a:cubicBezTo>
                  <a:close/>
                  <a:moveTo>
                    <a:pt x="2673" y="1"/>
                  </a:moveTo>
                  <a:cubicBezTo>
                    <a:pt x="1946" y="1"/>
                    <a:pt x="1401" y="144"/>
                    <a:pt x="997" y="494"/>
                  </a:cubicBezTo>
                  <a:cubicBezTo>
                    <a:pt x="284" y="1109"/>
                    <a:pt x="1" y="2424"/>
                    <a:pt x="105" y="4627"/>
                  </a:cubicBezTo>
                  <a:cubicBezTo>
                    <a:pt x="152" y="5671"/>
                    <a:pt x="348" y="6546"/>
                    <a:pt x="642" y="7296"/>
                  </a:cubicBezTo>
                  <a:cubicBezTo>
                    <a:pt x="852" y="6935"/>
                    <a:pt x="1183" y="6577"/>
                    <a:pt x="1369" y="6323"/>
                  </a:cubicBezTo>
                  <a:cubicBezTo>
                    <a:pt x="1396" y="6286"/>
                    <a:pt x="1438" y="6272"/>
                    <a:pt x="1483" y="6272"/>
                  </a:cubicBezTo>
                  <a:cubicBezTo>
                    <a:pt x="1539" y="6272"/>
                    <a:pt x="1598" y="6294"/>
                    <a:pt x="1636" y="6320"/>
                  </a:cubicBezTo>
                  <a:cubicBezTo>
                    <a:pt x="2183" y="6699"/>
                    <a:pt x="2724" y="7087"/>
                    <a:pt x="3258" y="7479"/>
                  </a:cubicBezTo>
                  <a:cubicBezTo>
                    <a:pt x="3694" y="7094"/>
                    <a:pt x="4126" y="6712"/>
                    <a:pt x="4563" y="6326"/>
                  </a:cubicBezTo>
                  <a:cubicBezTo>
                    <a:pt x="4600" y="6292"/>
                    <a:pt x="4647" y="6278"/>
                    <a:pt x="4695" y="6278"/>
                  </a:cubicBezTo>
                  <a:cubicBezTo>
                    <a:pt x="4756" y="6278"/>
                    <a:pt x="4819" y="6301"/>
                    <a:pt x="4867" y="6337"/>
                  </a:cubicBezTo>
                  <a:cubicBezTo>
                    <a:pt x="5340" y="6695"/>
                    <a:pt x="5812" y="7053"/>
                    <a:pt x="6289" y="7412"/>
                  </a:cubicBezTo>
                  <a:cubicBezTo>
                    <a:pt x="6644" y="6945"/>
                    <a:pt x="6921" y="6451"/>
                    <a:pt x="7191" y="5928"/>
                  </a:cubicBezTo>
                  <a:cubicBezTo>
                    <a:pt x="7220" y="5871"/>
                    <a:pt x="7301" y="5842"/>
                    <a:pt x="7370" y="5842"/>
                  </a:cubicBezTo>
                  <a:cubicBezTo>
                    <a:pt x="7391" y="5842"/>
                    <a:pt x="7411" y="5845"/>
                    <a:pt x="7428" y="5850"/>
                  </a:cubicBezTo>
                  <a:cubicBezTo>
                    <a:pt x="7969" y="6043"/>
                    <a:pt x="8503" y="6225"/>
                    <a:pt x="9057" y="6354"/>
                  </a:cubicBezTo>
                  <a:cubicBezTo>
                    <a:pt x="9250" y="5766"/>
                    <a:pt x="9354" y="5171"/>
                    <a:pt x="9520" y="4573"/>
                  </a:cubicBezTo>
                  <a:cubicBezTo>
                    <a:pt x="9542" y="4490"/>
                    <a:pt x="9611" y="4455"/>
                    <a:pt x="9686" y="4455"/>
                  </a:cubicBezTo>
                  <a:cubicBezTo>
                    <a:pt x="9813" y="4455"/>
                    <a:pt x="9958" y="4556"/>
                    <a:pt x="9928" y="4698"/>
                  </a:cubicBezTo>
                  <a:cubicBezTo>
                    <a:pt x="9797" y="5353"/>
                    <a:pt x="9655" y="5999"/>
                    <a:pt x="9429" y="6631"/>
                  </a:cubicBezTo>
                  <a:cubicBezTo>
                    <a:pt x="9399" y="6719"/>
                    <a:pt x="9323" y="6756"/>
                    <a:pt x="9239" y="6756"/>
                  </a:cubicBezTo>
                  <a:cubicBezTo>
                    <a:pt x="9217" y="6756"/>
                    <a:pt x="9194" y="6754"/>
                    <a:pt x="9172" y="6749"/>
                  </a:cubicBezTo>
                  <a:cubicBezTo>
                    <a:pt x="8810" y="6678"/>
                    <a:pt x="8456" y="6587"/>
                    <a:pt x="8104" y="6468"/>
                  </a:cubicBezTo>
                  <a:cubicBezTo>
                    <a:pt x="7945" y="6418"/>
                    <a:pt x="7756" y="6381"/>
                    <a:pt x="7614" y="6296"/>
                  </a:cubicBezTo>
                  <a:cubicBezTo>
                    <a:pt x="7553" y="6262"/>
                    <a:pt x="7512" y="6249"/>
                    <a:pt x="7482" y="6242"/>
                  </a:cubicBezTo>
                  <a:cubicBezTo>
                    <a:pt x="7333" y="6431"/>
                    <a:pt x="7235" y="6800"/>
                    <a:pt x="7121" y="6989"/>
                  </a:cubicBezTo>
                  <a:cubicBezTo>
                    <a:pt x="6951" y="7270"/>
                    <a:pt x="6745" y="7533"/>
                    <a:pt x="6536" y="7786"/>
                  </a:cubicBezTo>
                  <a:cubicBezTo>
                    <a:pt x="6489" y="7842"/>
                    <a:pt x="6427" y="7868"/>
                    <a:pt x="6363" y="7868"/>
                  </a:cubicBezTo>
                  <a:cubicBezTo>
                    <a:pt x="6307" y="7868"/>
                    <a:pt x="6249" y="7848"/>
                    <a:pt x="6198" y="7810"/>
                  </a:cubicBezTo>
                  <a:cubicBezTo>
                    <a:pt x="5714" y="7445"/>
                    <a:pt x="5235" y="7080"/>
                    <a:pt x="4748" y="6715"/>
                  </a:cubicBezTo>
                  <a:cubicBezTo>
                    <a:pt x="4319" y="7100"/>
                    <a:pt x="3886" y="7485"/>
                    <a:pt x="3457" y="7867"/>
                  </a:cubicBezTo>
                  <a:cubicBezTo>
                    <a:pt x="3414" y="7905"/>
                    <a:pt x="3360" y="7923"/>
                    <a:pt x="3305" y="7923"/>
                  </a:cubicBezTo>
                  <a:cubicBezTo>
                    <a:pt x="3248" y="7923"/>
                    <a:pt x="3190" y="7904"/>
                    <a:pt x="3143" y="7871"/>
                  </a:cubicBezTo>
                  <a:cubicBezTo>
                    <a:pt x="2710" y="7554"/>
                    <a:pt x="1862" y="7151"/>
                    <a:pt x="1595" y="6699"/>
                  </a:cubicBezTo>
                  <a:cubicBezTo>
                    <a:pt x="1589" y="6691"/>
                    <a:pt x="1589" y="6688"/>
                    <a:pt x="1582" y="6682"/>
                  </a:cubicBezTo>
                  <a:cubicBezTo>
                    <a:pt x="1504" y="6780"/>
                    <a:pt x="1426" y="6877"/>
                    <a:pt x="1352" y="6975"/>
                  </a:cubicBezTo>
                  <a:cubicBezTo>
                    <a:pt x="1207" y="7161"/>
                    <a:pt x="954" y="7412"/>
                    <a:pt x="791" y="7658"/>
                  </a:cubicBezTo>
                  <a:cubicBezTo>
                    <a:pt x="1957" y="10169"/>
                    <a:pt x="4380" y="11034"/>
                    <a:pt x="6475" y="11274"/>
                  </a:cubicBezTo>
                  <a:cubicBezTo>
                    <a:pt x="7073" y="11343"/>
                    <a:pt x="7652" y="11370"/>
                    <a:pt x="8190" y="11370"/>
                  </a:cubicBezTo>
                  <a:cubicBezTo>
                    <a:pt x="10026" y="11370"/>
                    <a:pt x="11390" y="11056"/>
                    <a:pt x="11409" y="11051"/>
                  </a:cubicBezTo>
                  <a:lnTo>
                    <a:pt x="11659" y="10993"/>
                  </a:lnTo>
                  <a:lnTo>
                    <a:pt x="11659" y="10993"/>
                  </a:lnTo>
                  <a:lnTo>
                    <a:pt x="11649" y="11250"/>
                  </a:lnTo>
                  <a:cubicBezTo>
                    <a:pt x="11649" y="11264"/>
                    <a:pt x="11635" y="11626"/>
                    <a:pt x="11625" y="12244"/>
                  </a:cubicBezTo>
                  <a:cubicBezTo>
                    <a:pt x="12117" y="12146"/>
                    <a:pt x="12622" y="12087"/>
                    <a:pt x="13128" y="12087"/>
                  </a:cubicBezTo>
                  <a:cubicBezTo>
                    <a:pt x="15300" y="12087"/>
                    <a:pt x="17487" y="13168"/>
                    <a:pt x="18670" y="16887"/>
                  </a:cubicBezTo>
                  <a:cubicBezTo>
                    <a:pt x="20161" y="21571"/>
                    <a:pt x="20043" y="24453"/>
                    <a:pt x="17312" y="25373"/>
                  </a:cubicBezTo>
                  <a:cubicBezTo>
                    <a:pt x="16403" y="25678"/>
                    <a:pt x="15543" y="25781"/>
                    <a:pt x="14801" y="25781"/>
                  </a:cubicBezTo>
                  <a:cubicBezTo>
                    <a:pt x="13714" y="25781"/>
                    <a:pt x="12880" y="25562"/>
                    <a:pt x="12511" y="25443"/>
                  </a:cubicBezTo>
                  <a:lnTo>
                    <a:pt x="12511" y="25443"/>
                  </a:lnTo>
                  <a:cubicBezTo>
                    <a:pt x="13142" y="28968"/>
                    <a:pt x="13842" y="29326"/>
                    <a:pt x="14085" y="29333"/>
                  </a:cubicBezTo>
                  <a:lnTo>
                    <a:pt x="14102" y="29333"/>
                  </a:lnTo>
                  <a:cubicBezTo>
                    <a:pt x="14737" y="29333"/>
                    <a:pt x="15521" y="28194"/>
                    <a:pt x="15768" y="27751"/>
                  </a:cubicBezTo>
                  <a:lnTo>
                    <a:pt x="15822" y="27660"/>
                  </a:lnTo>
                  <a:lnTo>
                    <a:pt x="19374" y="27424"/>
                  </a:lnTo>
                  <a:lnTo>
                    <a:pt x="19425" y="27558"/>
                  </a:lnTo>
                  <a:cubicBezTo>
                    <a:pt x="19747" y="28380"/>
                    <a:pt x="20403" y="29506"/>
                    <a:pt x="20882" y="29506"/>
                  </a:cubicBezTo>
                  <a:cubicBezTo>
                    <a:pt x="20890" y="29506"/>
                    <a:pt x="20897" y="29505"/>
                    <a:pt x="20905" y="29505"/>
                  </a:cubicBezTo>
                  <a:cubicBezTo>
                    <a:pt x="21432" y="29451"/>
                    <a:pt x="22226" y="27984"/>
                    <a:pt x="22604" y="27072"/>
                  </a:cubicBezTo>
                  <a:lnTo>
                    <a:pt x="22669" y="26914"/>
                  </a:lnTo>
                  <a:lnTo>
                    <a:pt x="22834" y="26957"/>
                  </a:lnTo>
                  <a:cubicBezTo>
                    <a:pt x="22853" y="26962"/>
                    <a:pt x="23690" y="27177"/>
                    <a:pt x="24914" y="27177"/>
                  </a:cubicBezTo>
                  <a:cubicBezTo>
                    <a:pt x="26301" y="27177"/>
                    <a:pt x="28185" y="26901"/>
                    <a:pt x="29941" y="25730"/>
                  </a:cubicBezTo>
                  <a:cubicBezTo>
                    <a:pt x="32049" y="24325"/>
                    <a:pt x="32593" y="22425"/>
                    <a:pt x="32732" y="21419"/>
                  </a:cubicBezTo>
                  <a:cubicBezTo>
                    <a:pt x="32840" y="20611"/>
                    <a:pt x="32739" y="20043"/>
                    <a:pt x="32661" y="19874"/>
                  </a:cubicBezTo>
                  <a:cubicBezTo>
                    <a:pt x="32590" y="19914"/>
                    <a:pt x="32472" y="20006"/>
                    <a:pt x="32370" y="20087"/>
                  </a:cubicBezTo>
                  <a:cubicBezTo>
                    <a:pt x="32046" y="20344"/>
                    <a:pt x="31570" y="20719"/>
                    <a:pt x="30863" y="20973"/>
                  </a:cubicBezTo>
                  <a:cubicBezTo>
                    <a:pt x="30941" y="21176"/>
                    <a:pt x="30985" y="21341"/>
                    <a:pt x="30968" y="21412"/>
                  </a:cubicBezTo>
                  <a:cubicBezTo>
                    <a:pt x="30922" y="21656"/>
                    <a:pt x="29785" y="22024"/>
                    <a:pt x="29095" y="22024"/>
                  </a:cubicBezTo>
                  <a:cubicBezTo>
                    <a:pt x="28879" y="22024"/>
                    <a:pt x="28707" y="21988"/>
                    <a:pt x="28626" y="21901"/>
                  </a:cubicBezTo>
                  <a:cubicBezTo>
                    <a:pt x="28562" y="21834"/>
                    <a:pt x="28569" y="21561"/>
                    <a:pt x="28619" y="21212"/>
                  </a:cubicBezTo>
                  <a:cubicBezTo>
                    <a:pt x="28491" y="21199"/>
                    <a:pt x="28359" y="21182"/>
                    <a:pt x="28220" y="21162"/>
                  </a:cubicBezTo>
                  <a:cubicBezTo>
                    <a:pt x="27545" y="21060"/>
                    <a:pt x="26913" y="20905"/>
                    <a:pt x="26322" y="20699"/>
                  </a:cubicBezTo>
                  <a:cubicBezTo>
                    <a:pt x="26284" y="20864"/>
                    <a:pt x="26244" y="20989"/>
                    <a:pt x="26200" y="21040"/>
                  </a:cubicBezTo>
                  <a:cubicBezTo>
                    <a:pt x="26156" y="21088"/>
                    <a:pt x="26052" y="21110"/>
                    <a:pt x="25911" y="21110"/>
                  </a:cubicBezTo>
                  <a:cubicBezTo>
                    <a:pt x="25771" y="21110"/>
                    <a:pt x="25594" y="21089"/>
                    <a:pt x="25399" y="21050"/>
                  </a:cubicBezTo>
                  <a:lnTo>
                    <a:pt x="25399" y="21050"/>
                  </a:lnTo>
                  <a:cubicBezTo>
                    <a:pt x="25487" y="21179"/>
                    <a:pt x="25537" y="21334"/>
                    <a:pt x="25473" y="21483"/>
                  </a:cubicBezTo>
                  <a:cubicBezTo>
                    <a:pt x="25373" y="21707"/>
                    <a:pt x="25133" y="21787"/>
                    <a:pt x="24887" y="21787"/>
                  </a:cubicBezTo>
                  <a:cubicBezTo>
                    <a:pt x="24719" y="21787"/>
                    <a:pt x="24548" y="21749"/>
                    <a:pt x="24419" y="21695"/>
                  </a:cubicBezTo>
                  <a:cubicBezTo>
                    <a:pt x="24095" y="21561"/>
                    <a:pt x="23716" y="21226"/>
                    <a:pt x="23825" y="20834"/>
                  </a:cubicBezTo>
                  <a:cubicBezTo>
                    <a:pt x="23858" y="20719"/>
                    <a:pt x="23929" y="20635"/>
                    <a:pt x="24017" y="20574"/>
                  </a:cubicBezTo>
                  <a:cubicBezTo>
                    <a:pt x="23787" y="20442"/>
                    <a:pt x="23625" y="20300"/>
                    <a:pt x="23594" y="20162"/>
                  </a:cubicBezTo>
                  <a:cubicBezTo>
                    <a:pt x="23571" y="20053"/>
                    <a:pt x="23743" y="19783"/>
                    <a:pt x="24003" y="19459"/>
                  </a:cubicBezTo>
                  <a:cubicBezTo>
                    <a:pt x="23368" y="18975"/>
                    <a:pt x="22800" y="18394"/>
                    <a:pt x="22307" y="17712"/>
                  </a:cubicBezTo>
                  <a:cubicBezTo>
                    <a:pt x="22304" y="17712"/>
                    <a:pt x="22300" y="17715"/>
                    <a:pt x="22300" y="17715"/>
                  </a:cubicBezTo>
                  <a:cubicBezTo>
                    <a:pt x="22288" y="17719"/>
                    <a:pt x="22275" y="17721"/>
                    <a:pt x="22260" y="17721"/>
                  </a:cubicBezTo>
                  <a:cubicBezTo>
                    <a:pt x="21837" y="17721"/>
                    <a:pt x="20339" y="16153"/>
                    <a:pt x="20512" y="15627"/>
                  </a:cubicBezTo>
                  <a:cubicBezTo>
                    <a:pt x="20540" y="15545"/>
                    <a:pt x="20729" y="15434"/>
                    <a:pt x="20999" y="15322"/>
                  </a:cubicBezTo>
                  <a:cubicBezTo>
                    <a:pt x="20996" y="15305"/>
                    <a:pt x="20989" y="15292"/>
                    <a:pt x="20982" y="15279"/>
                  </a:cubicBezTo>
                  <a:cubicBezTo>
                    <a:pt x="20637" y="14416"/>
                    <a:pt x="20320" y="13365"/>
                    <a:pt x="20002" y="12223"/>
                  </a:cubicBezTo>
                  <a:cubicBezTo>
                    <a:pt x="19928" y="12258"/>
                    <a:pt x="19867" y="12278"/>
                    <a:pt x="19826" y="12278"/>
                  </a:cubicBezTo>
                  <a:cubicBezTo>
                    <a:pt x="19451" y="12278"/>
                    <a:pt x="18424" y="10206"/>
                    <a:pt x="18762" y="9743"/>
                  </a:cubicBezTo>
                  <a:cubicBezTo>
                    <a:pt x="18809" y="9675"/>
                    <a:pt x="19012" y="9631"/>
                    <a:pt x="19289" y="9605"/>
                  </a:cubicBezTo>
                  <a:cubicBezTo>
                    <a:pt x="18988" y="8510"/>
                    <a:pt x="18667" y="7401"/>
                    <a:pt x="18316" y="6381"/>
                  </a:cubicBezTo>
                  <a:cubicBezTo>
                    <a:pt x="18066" y="6543"/>
                    <a:pt x="17856" y="6644"/>
                    <a:pt x="17762" y="6644"/>
                  </a:cubicBezTo>
                  <a:cubicBezTo>
                    <a:pt x="17387" y="6644"/>
                    <a:pt x="16359" y="4576"/>
                    <a:pt x="16697" y="4113"/>
                  </a:cubicBezTo>
                  <a:cubicBezTo>
                    <a:pt x="16752" y="4039"/>
                    <a:pt x="16984" y="3988"/>
                    <a:pt x="17306" y="3965"/>
                  </a:cubicBezTo>
                  <a:cubicBezTo>
                    <a:pt x="16978" y="3353"/>
                    <a:pt x="16619" y="2842"/>
                    <a:pt x="16231" y="2494"/>
                  </a:cubicBezTo>
                  <a:cubicBezTo>
                    <a:pt x="15393" y="1744"/>
                    <a:pt x="12318" y="1339"/>
                    <a:pt x="9344" y="947"/>
                  </a:cubicBezTo>
                  <a:cubicBezTo>
                    <a:pt x="7911" y="758"/>
                    <a:pt x="6431" y="562"/>
                    <a:pt x="5218" y="325"/>
                  </a:cubicBezTo>
                  <a:cubicBezTo>
                    <a:pt x="4189" y="126"/>
                    <a:pt x="3351" y="1"/>
                    <a:pt x="2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40143" y="3830665"/>
              <a:ext cx="5488" cy="4031"/>
            </a:xfrm>
            <a:custGeom>
              <a:avLst/>
              <a:gdLst/>
              <a:ahLst/>
              <a:cxnLst/>
              <a:rect l="l" t="t" r="r" b="b"/>
              <a:pathLst>
                <a:path w="113" h="83" extrusionOk="0">
                  <a:moveTo>
                    <a:pt x="32" y="0"/>
                  </a:moveTo>
                  <a:cubicBezTo>
                    <a:pt x="1" y="0"/>
                    <a:pt x="20" y="83"/>
                    <a:pt x="81" y="83"/>
                  </a:cubicBezTo>
                  <a:cubicBezTo>
                    <a:pt x="91" y="83"/>
                    <a:pt x="101" y="81"/>
                    <a:pt x="112" y="76"/>
                  </a:cubicBezTo>
                  <a:cubicBezTo>
                    <a:pt x="73" y="19"/>
                    <a:pt x="47" y="0"/>
                    <a:pt x="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963932" y="3703371"/>
              <a:ext cx="95095" cy="130209"/>
            </a:xfrm>
            <a:custGeom>
              <a:avLst/>
              <a:gdLst/>
              <a:ahLst/>
              <a:cxnLst/>
              <a:rect l="l" t="t" r="r" b="b"/>
              <a:pathLst>
                <a:path w="1958" h="2681" extrusionOk="0">
                  <a:moveTo>
                    <a:pt x="947" y="1"/>
                  </a:moveTo>
                  <a:cubicBezTo>
                    <a:pt x="625" y="24"/>
                    <a:pt x="393" y="75"/>
                    <a:pt x="338" y="149"/>
                  </a:cubicBezTo>
                  <a:cubicBezTo>
                    <a:pt x="0" y="612"/>
                    <a:pt x="1028" y="2680"/>
                    <a:pt x="1403" y="2680"/>
                  </a:cubicBezTo>
                  <a:cubicBezTo>
                    <a:pt x="1497" y="2680"/>
                    <a:pt x="1707" y="2579"/>
                    <a:pt x="1957" y="2417"/>
                  </a:cubicBezTo>
                  <a:cubicBezTo>
                    <a:pt x="1650" y="1518"/>
                    <a:pt x="1315" y="693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64174" y="3977287"/>
              <a:ext cx="76737" cy="129869"/>
            </a:xfrm>
            <a:custGeom>
              <a:avLst/>
              <a:gdLst/>
              <a:ahLst/>
              <a:cxnLst/>
              <a:rect l="l" t="t" r="r" b="b"/>
              <a:pathLst>
                <a:path w="1580" h="2674" extrusionOk="0">
                  <a:moveTo>
                    <a:pt x="866" y="1"/>
                  </a:moveTo>
                  <a:cubicBezTo>
                    <a:pt x="589" y="27"/>
                    <a:pt x="386" y="71"/>
                    <a:pt x="339" y="139"/>
                  </a:cubicBezTo>
                  <a:cubicBezTo>
                    <a:pt x="1" y="602"/>
                    <a:pt x="1028" y="2674"/>
                    <a:pt x="1403" y="2674"/>
                  </a:cubicBezTo>
                  <a:cubicBezTo>
                    <a:pt x="1444" y="2674"/>
                    <a:pt x="1505" y="2654"/>
                    <a:pt x="1579" y="2619"/>
                  </a:cubicBezTo>
                  <a:cubicBezTo>
                    <a:pt x="1440" y="2123"/>
                    <a:pt x="1302" y="1612"/>
                    <a:pt x="1164" y="1092"/>
                  </a:cubicBezTo>
                  <a:cubicBezTo>
                    <a:pt x="1066" y="734"/>
                    <a:pt x="964" y="366"/>
                    <a:pt x="8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157228" y="4254992"/>
              <a:ext cx="95629" cy="116513"/>
            </a:xfrm>
            <a:custGeom>
              <a:avLst/>
              <a:gdLst/>
              <a:ahLst/>
              <a:cxnLst/>
              <a:rect l="l" t="t" r="r" b="b"/>
              <a:pathLst>
                <a:path w="1969" h="2399" extrusionOk="0">
                  <a:moveTo>
                    <a:pt x="660" y="0"/>
                  </a:moveTo>
                  <a:cubicBezTo>
                    <a:pt x="390" y="112"/>
                    <a:pt x="201" y="223"/>
                    <a:pt x="173" y="305"/>
                  </a:cubicBezTo>
                  <a:cubicBezTo>
                    <a:pt x="0" y="831"/>
                    <a:pt x="1498" y="2399"/>
                    <a:pt x="1921" y="2399"/>
                  </a:cubicBezTo>
                  <a:cubicBezTo>
                    <a:pt x="1936" y="2399"/>
                    <a:pt x="1949" y="2397"/>
                    <a:pt x="1961" y="2393"/>
                  </a:cubicBezTo>
                  <a:cubicBezTo>
                    <a:pt x="1961" y="2393"/>
                    <a:pt x="1965" y="2390"/>
                    <a:pt x="1968" y="2390"/>
                  </a:cubicBezTo>
                  <a:cubicBezTo>
                    <a:pt x="1461" y="1697"/>
                    <a:pt x="1025" y="902"/>
                    <a:pt x="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14147" y="4455864"/>
              <a:ext cx="133658" cy="80234"/>
            </a:xfrm>
            <a:custGeom>
              <a:avLst/>
              <a:gdLst/>
              <a:ahLst/>
              <a:cxnLst/>
              <a:rect l="l" t="t" r="r" b="b"/>
              <a:pathLst>
                <a:path w="2752" h="1652" extrusionOk="0">
                  <a:moveTo>
                    <a:pt x="433" y="1"/>
                  </a:moveTo>
                  <a:cubicBezTo>
                    <a:pt x="173" y="325"/>
                    <a:pt x="1" y="595"/>
                    <a:pt x="24" y="704"/>
                  </a:cubicBezTo>
                  <a:cubicBezTo>
                    <a:pt x="55" y="842"/>
                    <a:pt x="217" y="984"/>
                    <a:pt x="447" y="1116"/>
                  </a:cubicBezTo>
                  <a:cubicBezTo>
                    <a:pt x="547" y="1046"/>
                    <a:pt x="671" y="1011"/>
                    <a:pt x="797" y="1011"/>
                  </a:cubicBezTo>
                  <a:cubicBezTo>
                    <a:pt x="951" y="1011"/>
                    <a:pt x="1107" y="1064"/>
                    <a:pt x="1220" y="1170"/>
                  </a:cubicBezTo>
                  <a:cubicBezTo>
                    <a:pt x="1231" y="1177"/>
                    <a:pt x="1234" y="1200"/>
                    <a:pt x="1238" y="1220"/>
                  </a:cubicBezTo>
                  <a:cubicBezTo>
                    <a:pt x="1268" y="1237"/>
                    <a:pt x="1298" y="1255"/>
                    <a:pt x="1325" y="1275"/>
                  </a:cubicBezTo>
                  <a:cubicBezTo>
                    <a:pt x="1329" y="1272"/>
                    <a:pt x="1329" y="1272"/>
                    <a:pt x="1329" y="1267"/>
                  </a:cubicBezTo>
                  <a:cubicBezTo>
                    <a:pt x="1347" y="1255"/>
                    <a:pt x="1367" y="1250"/>
                    <a:pt x="1388" y="1250"/>
                  </a:cubicBezTo>
                  <a:cubicBezTo>
                    <a:pt x="1519" y="1250"/>
                    <a:pt x="1713" y="1448"/>
                    <a:pt x="1771" y="1511"/>
                  </a:cubicBezTo>
                  <a:cubicBezTo>
                    <a:pt x="1791" y="1538"/>
                    <a:pt x="1812" y="1565"/>
                    <a:pt x="1829" y="1592"/>
                  </a:cubicBezTo>
                  <a:cubicBezTo>
                    <a:pt x="2024" y="1631"/>
                    <a:pt x="2201" y="1652"/>
                    <a:pt x="2341" y="1652"/>
                  </a:cubicBezTo>
                  <a:cubicBezTo>
                    <a:pt x="2482" y="1652"/>
                    <a:pt x="2586" y="1630"/>
                    <a:pt x="2630" y="1582"/>
                  </a:cubicBezTo>
                  <a:cubicBezTo>
                    <a:pt x="2674" y="1531"/>
                    <a:pt x="2714" y="1406"/>
                    <a:pt x="2752" y="1241"/>
                  </a:cubicBezTo>
                  <a:cubicBezTo>
                    <a:pt x="1893" y="940"/>
                    <a:pt x="1122" y="528"/>
                    <a:pt x="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556543" y="4529394"/>
              <a:ext cx="117776" cy="51142"/>
            </a:xfrm>
            <a:custGeom>
              <a:avLst/>
              <a:gdLst/>
              <a:ahLst/>
              <a:cxnLst/>
              <a:rect l="l" t="t" r="r" b="b"/>
              <a:pathLst>
                <a:path w="2425" h="1053" extrusionOk="0">
                  <a:moveTo>
                    <a:pt x="2302" y="1"/>
                  </a:moveTo>
                  <a:cubicBezTo>
                    <a:pt x="1856" y="158"/>
                    <a:pt x="1313" y="269"/>
                    <a:pt x="655" y="269"/>
                  </a:cubicBezTo>
                  <a:cubicBezTo>
                    <a:pt x="466" y="269"/>
                    <a:pt x="267" y="260"/>
                    <a:pt x="58" y="240"/>
                  </a:cubicBezTo>
                  <a:lnTo>
                    <a:pt x="58" y="240"/>
                  </a:lnTo>
                  <a:cubicBezTo>
                    <a:pt x="8" y="589"/>
                    <a:pt x="1" y="862"/>
                    <a:pt x="65" y="929"/>
                  </a:cubicBezTo>
                  <a:cubicBezTo>
                    <a:pt x="146" y="1016"/>
                    <a:pt x="318" y="1052"/>
                    <a:pt x="534" y="1052"/>
                  </a:cubicBezTo>
                  <a:cubicBezTo>
                    <a:pt x="1224" y="1052"/>
                    <a:pt x="2361" y="684"/>
                    <a:pt x="2407" y="440"/>
                  </a:cubicBezTo>
                  <a:cubicBezTo>
                    <a:pt x="2424" y="369"/>
                    <a:pt x="2380" y="204"/>
                    <a:pt x="23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50037" y="4599621"/>
              <a:ext cx="94464" cy="48422"/>
            </a:xfrm>
            <a:custGeom>
              <a:avLst/>
              <a:gdLst/>
              <a:ahLst/>
              <a:cxnLst/>
              <a:rect l="l" t="t" r="r" b="b"/>
              <a:pathLst>
                <a:path w="1945" h="997" extrusionOk="0">
                  <a:moveTo>
                    <a:pt x="1310" y="1"/>
                  </a:moveTo>
                  <a:cubicBezTo>
                    <a:pt x="1322" y="43"/>
                    <a:pt x="1317" y="94"/>
                    <a:pt x="1280" y="94"/>
                  </a:cubicBezTo>
                  <a:cubicBezTo>
                    <a:pt x="1276" y="94"/>
                    <a:pt x="1271" y="93"/>
                    <a:pt x="1266" y="92"/>
                  </a:cubicBezTo>
                  <a:cubicBezTo>
                    <a:pt x="1213" y="78"/>
                    <a:pt x="1148" y="71"/>
                    <a:pt x="1076" y="71"/>
                  </a:cubicBezTo>
                  <a:cubicBezTo>
                    <a:pt x="653" y="71"/>
                    <a:pt x="0" y="305"/>
                    <a:pt x="411" y="724"/>
                  </a:cubicBezTo>
                  <a:cubicBezTo>
                    <a:pt x="608" y="924"/>
                    <a:pt x="882" y="996"/>
                    <a:pt x="1153" y="996"/>
                  </a:cubicBezTo>
                  <a:cubicBezTo>
                    <a:pt x="1220" y="996"/>
                    <a:pt x="1287" y="992"/>
                    <a:pt x="1353" y="984"/>
                  </a:cubicBezTo>
                  <a:cubicBezTo>
                    <a:pt x="1499" y="968"/>
                    <a:pt x="1654" y="930"/>
                    <a:pt x="1773" y="846"/>
                  </a:cubicBezTo>
                  <a:cubicBezTo>
                    <a:pt x="1945" y="724"/>
                    <a:pt x="1924" y="464"/>
                    <a:pt x="1803" y="319"/>
                  </a:cubicBezTo>
                  <a:cubicBezTo>
                    <a:pt x="1752" y="254"/>
                    <a:pt x="1675" y="213"/>
                    <a:pt x="1607" y="170"/>
                  </a:cubicBezTo>
                  <a:cubicBezTo>
                    <a:pt x="1580" y="149"/>
                    <a:pt x="1567" y="106"/>
                    <a:pt x="1567" y="65"/>
                  </a:cubicBezTo>
                  <a:cubicBezTo>
                    <a:pt x="1486" y="38"/>
                    <a:pt x="1397" y="15"/>
                    <a:pt x="1310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451348" y="4552511"/>
              <a:ext cx="60321" cy="27975"/>
            </a:xfrm>
            <a:custGeom>
              <a:avLst/>
              <a:gdLst/>
              <a:ahLst/>
              <a:cxnLst/>
              <a:rect l="l" t="t" r="r" b="b"/>
              <a:pathLst>
                <a:path w="1242" h="576" extrusionOk="0">
                  <a:moveTo>
                    <a:pt x="778" y="1"/>
                  </a:moveTo>
                  <a:cubicBezTo>
                    <a:pt x="784" y="38"/>
                    <a:pt x="776" y="73"/>
                    <a:pt x="738" y="73"/>
                  </a:cubicBezTo>
                  <a:cubicBezTo>
                    <a:pt x="734" y="73"/>
                    <a:pt x="731" y="73"/>
                    <a:pt x="727" y="72"/>
                  </a:cubicBezTo>
                  <a:cubicBezTo>
                    <a:pt x="648" y="58"/>
                    <a:pt x="570" y="44"/>
                    <a:pt x="492" y="44"/>
                  </a:cubicBezTo>
                  <a:cubicBezTo>
                    <a:pt x="404" y="44"/>
                    <a:pt x="317" y="62"/>
                    <a:pt x="234" y="116"/>
                  </a:cubicBezTo>
                  <a:cubicBezTo>
                    <a:pt x="1" y="268"/>
                    <a:pt x="211" y="413"/>
                    <a:pt x="376" y="478"/>
                  </a:cubicBezTo>
                  <a:cubicBezTo>
                    <a:pt x="477" y="518"/>
                    <a:pt x="593" y="548"/>
                    <a:pt x="700" y="562"/>
                  </a:cubicBezTo>
                  <a:cubicBezTo>
                    <a:pt x="748" y="567"/>
                    <a:pt x="820" y="575"/>
                    <a:pt x="892" y="575"/>
                  </a:cubicBezTo>
                  <a:cubicBezTo>
                    <a:pt x="972" y="575"/>
                    <a:pt x="1052" y="564"/>
                    <a:pt x="1095" y="525"/>
                  </a:cubicBezTo>
                  <a:cubicBezTo>
                    <a:pt x="1241" y="397"/>
                    <a:pt x="917" y="153"/>
                    <a:pt x="846" y="93"/>
                  </a:cubicBezTo>
                  <a:cubicBezTo>
                    <a:pt x="832" y="79"/>
                    <a:pt x="822" y="45"/>
                    <a:pt x="822" y="15"/>
                  </a:cubicBezTo>
                  <a:cubicBezTo>
                    <a:pt x="808" y="7"/>
                    <a:pt x="791" y="4"/>
                    <a:pt x="778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35127" y="4516766"/>
              <a:ext cx="67412" cy="40360"/>
            </a:xfrm>
            <a:custGeom>
              <a:avLst/>
              <a:gdLst/>
              <a:ahLst/>
              <a:cxnLst/>
              <a:rect l="l" t="t" r="r" b="b"/>
              <a:pathLst>
                <a:path w="1388" h="831" extrusionOk="0">
                  <a:moveTo>
                    <a:pt x="302" y="1"/>
                  </a:moveTo>
                  <a:cubicBezTo>
                    <a:pt x="170" y="41"/>
                    <a:pt x="62" y="125"/>
                    <a:pt x="38" y="267"/>
                  </a:cubicBezTo>
                  <a:cubicBezTo>
                    <a:pt x="1" y="514"/>
                    <a:pt x="275" y="696"/>
                    <a:pt x="481" y="771"/>
                  </a:cubicBezTo>
                  <a:cubicBezTo>
                    <a:pt x="579" y="806"/>
                    <a:pt x="700" y="830"/>
                    <a:pt x="819" y="830"/>
                  </a:cubicBezTo>
                  <a:cubicBezTo>
                    <a:pt x="962" y="830"/>
                    <a:pt x="1103" y="795"/>
                    <a:pt x="1201" y="703"/>
                  </a:cubicBezTo>
                  <a:cubicBezTo>
                    <a:pt x="1387" y="528"/>
                    <a:pt x="1218" y="389"/>
                    <a:pt x="1063" y="264"/>
                  </a:cubicBezTo>
                  <a:cubicBezTo>
                    <a:pt x="802" y="196"/>
                    <a:pt x="539" y="105"/>
                    <a:pt x="302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49746" y="4515115"/>
              <a:ext cx="37008" cy="14522"/>
            </a:xfrm>
            <a:custGeom>
              <a:avLst/>
              <a:gdLst/>
              <a:ahLst/>
              <a:cxnLst/>
              <a:rect l="l" t="t" r="r" b="b"/>
              <a:pathLst>
                <a:path w="762" h="299" extrusionOk="0">
                  <a:moveTo>
                    <a:pt x="505" y="0"/>
                  </a:moveTo>
                  <a:cubicBezTo>
                    <a:pt x="507" y="32"/>
                    <a:pt x="501" y="65"/>
                    <a:pt x="479" y="65"/>
                  </a:cubicBezTo>
                  <a:cubicBezTo>
                    <a:pt x="474" y="65"/>
                    <a:pt x="469" y="64"/>
                    <a:pt x="464" y="61"/>
                  </a:cubicBezTo>
                  <a:cubicBezTo>
                    <a:pt x="389" y="27"/>
                    <a:pt x="293" y="8"/>
                    <a:pt x="195" y="8"/>
                  </a:cubicBezTo>
                  <a:cubicBezTo>
                    <a:pt x="129" y="8"/>
                    <a:pt x="62" y="17"/>
                    <a:pt x="1" y="35"/>
                  </a:cubicBezTo>
                  <a:cubicBezTo>
                    <a:pt x="238" y="139"/>
                    <a:pt x="501" y="230"/>
                    <a:pt x="762" y="298"/>
                  </a:cubicBezTo>
                  <a:cubicBezTo>
                    <a:pt x="694" y="244"/>
                    <a:pt x="626" y="193"/>
                    <a:pt x="592" y="142"/>
                  </a:cubicBezTo>
                  <a:cubicBezTo>
                    <a:pt x="576" y="122"/>
                    <a:pt x="572" y="75"/>
                    <a:pt x="592" y="55"/>
                  </a:cubicBezTo>
                  <a:cubicBezTo>
                    <a:pt x="565" y="35"/>
                    <a:pt x="535" y="17"/>
                    <a:pt x="505" y="0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732706" y="4097879"/>
              <a:ext cx="415932" cy="665083"/>
            </a:xfrm>
            <a:custGeom>
              <a:avLst/>
              <a:gdLst/>
              <a:ahLst/>
              <a:cxnLst/>
              <a:rect l="l" t="t" r="r" b="b"/>
              <a:pathLst>
                <a:path w="8564" h="13694" extrusionOk="0">
                  <a:moveTo>
                    <a:pt x="3799" y="3103"/>
                  </a:moveTo>
                  <a:cubicBezTo>
                    <a:pt x="3809" y="3103"/>
                    <a:pt x="3819" y="3103"/>
                    <a:pt x="3828" y="3103"/>
                  </a:cubicBezTo>
                  <a:cubicBezTo>
                    <a:pt x="3869" y="3103"/>
                    <a:pt x="3879" y="3161"/>
                    <a:pt x="3862" y="3195"/>
                  </a:cubicBezTo>
                  <a:cubicBezTo>
                    <a:pt x="3995" y="3198"/>
                    <a:pt x="4102" y="3225"/>
                    <a:pt x="4187" y="3279"/>
                  </a:cubicBezTo>
                  <a:cubicBezTo>
                    <a:pt x="4184" y="3243"/>
                    <a:pt x="4194" y="3205"/>
                    <a:pt x="4219" y="3205"/>
                  </a:cubicBezTo>
                  <a:cubicBezTo>
                    <a:pt x="4226" y="3205"/>
                    <a:pt x="4235" y="3208"/>
                    <a:pt x="4244" y="3215"/>
                  </a:cubicBezTo>
                  <a:cubicBezTo>
                    <a:pt x="4971" y="3746"/>
                    <a:pt x="4660" y="4851"/>
                    <a:pt x="4173" y="5439"/>
                  </a:cubicBezTo>
                  <a:cubicBezTo>
                    <a:pt x="3772" y="5924"/>
                    <a:pt x="3136" y="6360"/>
                    <a:pt x="2495" y="6360"/>
                  </a:cubicBezTo>
                  <a:cubicBezTo>
                    <a:pt x="2278" y="6360"/>
                    <a:pt x="2061" y="6310"/>
                    <a:pt x="1852" y="6196"/>
                  </a:cubicBezTo>
                  <a:cubicBezTo>
                    <a:pt x="1213" y="5848"/>
                    <a:pt x="1128" y="5063"/>
                    <a:pt x="1409" y="4445"/>
                  </a:cubicBezTo>
                  <a:cubicBezTo>
                    <a:pt x="1810" y="3563"/>
                    <a:pt x="2877" y="3103"/>
                    <a:pt x="3799" y="3103"/>
                  </a:cubicBezTo>
                  <a:close/>
                  <a:moveTo>
                    <a:pt x="1530" y="0"/>
                  </a:moveTo>
                  <a:cubicBezTo>
                    <a:pt x="1024" y="0"/>
                    <a:pt x="519" y="59"/>
                    <a:pt x="27" y="157"/>
                  </a:cubicBezTo>
                  <a:cubicBezTo>
                    <a:pt x="0" y="1853"/>
                    <a:pt x="4" y="5510"/>
                    <a:pt x="392" y="9457"/>
                  </a:cubicBezTo>
                  <a:cubicBezTo>
                    <a:pt x="554" y="11065"/>
                    <a:pt x="730" y="12342"/>
                    <a:pt x="913" y="13356"/>
                  </a:cubicBezTo>
                  <a:cubicBezTo>
                    <a:pt x="1282" y="13475"/>
                    <a:pt x="2116" y="13694"/>
                    <a:pt x="3203" y="13694"/>
                  </a:cubicBezTo>
                  <a:cubicBezTo>
                    <a:pt x="3945" y="13694"/>
                    <a:pt x="4805" y="13591"/>
                    <a:pt x="5714" y="13286"/>
                  </a:cubicBezTo>
                  <a:cubicBezTo>
                    <a:pt x="8445" y="12366"/>
                    <a:pt x="8563" y="9484"/>
                    <a:pt x="7072" y="4800"/>
                  </a:cubicBezTo>
                  <a:cubicBezTo>
                    <a:pt x="5889" y="1081"/>
                    <a:pt x="3702" y="0"/>
                    <a:pt x="15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800554" y="4253001"/>
              <a:ext cx="147499" cy="138806"/>
            </a:xfrm>
            <a:custGeom>
              <a:avLst/>
              <a:gdLst/>
              <a:ahLst/>
              <a:cxnLst/>
              <a:rect l="l" t="t" r="r" b="b"/>
              <a:pathLst>
                <a:path w="3037" h="2858" extrusionOk="0">
                  <a:moveTo>
                    <a:pt x="2465" y="1"/>
                  </a:moveTo>
                  <a:cubicBezTo>
                    <a:pt x="2459" y="15"/>
                    <a:pt x="2452" y="24"/>
                    <a:pt x="2435" y="24"/>
                  </a:cubicBezTo>
                  <a:cubicBezTo>
                    <a:pt x="1614" y="132"/>
                    <a:pt x="647" y="606"/>
                    <a:pt x="299" y="1400"/>
                  </a:cubicBezTo>
                  <a:cubicBezTo>
                    <a:pt x="1" y="2082"/>
                    <a:pt x="267" y="2857"/>
                    <a:pt x="1067" y="2857"/>
                  </a:cubicBezTo>
                  <a:cubicBezTo>
                    <a:pt x="1100" y="2857"/>
                    <a:pt x="1133" y="2856"/>
                    <a:pt x="1168" y="2853"/>
                  </a:cubicBezTo>
                  <a:cubicBezTo>
                    <a:pt x="1739" y="2813"/>
                    <a:pt x="2283" y="2359"/>
                    <a:pt x="2607" y="1913"/>
                  </a:cubicBezTo>
                  <a:cubicBezTo>
                    <a:pt x="2726" y="1751"/>
                    <a:pt x="2824" y="1576"/>
                    <a:pt x="2894" y="1389"/>
                  </a:cubicBezTo>
                  <a:cubicBezTo>
                    <a:pt x="2955" y="1238"/>
                    <a:pt x="3019" y="1052"/>
                    <a:pt x="3027" y="886"/>
                  </a:cubicBezTo>
                  <a:cubicBezTo>
                    <a:pt x="3036" y="693"/>
                    <a:pt x="2932" y="281"/>
                    <a:pt x="2804" y="143"/>
                  </a:cubicBezTo>
                  <a:cubicBezTo>
                    <a:pt x="2793" y="132"/>
                    <a:pt x="2790" y="109"/>
                    <a:pt x="2790" y="85"/>
                  </a:cubicBezTo>
                  <a:cubicBezTo>
                    <a:pt x="2705" y="31"/>
                    <a:pt x="2598" y="4"/>
                    <a:pt x="2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031051" y="3702546"/>
              <a:ext cx="118845" cy="106703"/>
            </a:xfrm>
            <a:custGeom>
              <a:avLst/>
              <a:gdLst/>
              <a:ahLst/>
              <a:cxnLst/>
              <a:rect l="l" t="t" r="r" b="b"/>
              <a:pathLst>
                <a:path w="2447" h="2197" extrusionOk="0">
                  <a:moveTo>
                    <a:pt x="92" y="0"/>
                  </a:moveTo>
                  <a:cubicBezTo>
                    <a:pt x="61" y="0"/>
                    <a:pt x="31" y="0"/>
                    <a:pt x="1" y="1"/>
                  </a:cubicBezTo>
                  <a:cubicBezTo>
                    <a:pt x="332" y="646"/>
                    <a:pt x="633" y="1393"/>
                    <a:pt x="913" y="2197"/>
                  </a:cubicBezTo>
                  <a:cubicBezTo>
                    <a:pt x="1616" y="1684"/>
                    <a:pt x="2447" y="903"/>
                    <a:pt x="2414" y="517"/>
                  </a:cubicBezTo>
                  <a:cubicBezTo>
                    <a:pt x="2381" y="167"/>
                    <a:pt x="1088" y="0"/>
                    <a:pt x="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125611" y="3976025"/>
              <a:ext cx="124916" cy="118990"/>
            </a:xfrm>
            <a:custGeom>
              <a:avLst/>
              <a:gdLst/>
              <a:ahLst/>
              <a:cxnLst/>
              <a:rect l="l" t="t" r="r" b="b"/>
              <a:pathLst>
                <a:path w="2572" h="2450" extrusionOk="0">
                  <a:moveTo>
                    <a:pt x="219" y="0"/>
                  </a:moveTo>
                  <a:cubicBezTo>
                    <a:pt x="144" y="0"/>
                    <a:pt x="71" y="1"/>
                    <a:pt x="0" y="3"/>
                  </a:cubicBezTo>
                  <a:cubicBezTo>
                    <a:pt x="91" y="340"/>
                    <a:pt x="183" y="679"/>
                    <a:pt x="274" y="1017"/>
                  </a:cubicBezTo>
                  <a:cubicBezTo>
                    <a:pt x="406" y="1507"/>
                    <a:pt x="537" y="1983"/>
                    <a:pt x="665" y="2449"/>
                  </a:cubicBezTo>
                  <a:cubicBezTo>
                    <a:pt x="1403" y="1980"/>
                    <a:pt x="2571" y="973"/>
                    <a:pt x="2531" y="520"/>
                  </a:cubicBezTo>
                  <a:cubicBezTo>
                    <a:pt x="2500" y="171"/>
                    <a:pt x="1214" y="0"/>
                    <a:pt x="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07154" y="4227406"/>
              <a:ext cx="132978" cy="131181"/>
            </a:xfrm>
            <a:custGeom>
              <a:avLst/>
              <a:gdLst/>
              <a:ahLst/>
              <a:cxnLst/>
              <a:rect l="l" t="t" r="r" b="b"/>
              <a:pathLst>
                <a:path w="2738" h="2701" extrusionOk="0">
                  <a:moveTo>
                    <a:pt x="2065" y="0"/>
                  </a:moveTo>
                  <a:cubicBezTo>
                    <a:pt x="1526" y="0"/>
                    <a:pt x="653" y="205"/>
                    <a:pt x="0" y="430"/>
                  </a:cubicBezTo>
                  <a:cubicBezTo>
                    <a:pt x="349" y="1285"/>
                    <a:pt x="761" y="2042"/>
                    <a:pt x="1241" y="2701"/>
                  </a:cubicBezTo>
                  <a:cubicBezTo>
                    <a:pt x="1795" y="2092"/>
                    <a:pt x="2737" y="606"/>
                    <a:pt x="2545" y="156"/>
                  </a:cubicBezTo>
                  <a:cubicBezTo>
                    <a:pt x="2499" y="46"/>
                    <a:pt x="2319" y="0"/>
                    <a:pt x="2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47658" y="4373932"/>
              <a:ext cx="108645" cy="123021"/>
            </a:xfrm>
            <a:custGeom>
              <a:avLst/>
              <a:gdLst/>
              <a:ahLst/>
              <a:cxnLst/>
              <a:rect l="l" t="t" r="r" b="b"/>
              <a:pathLst>
                <a:path w="2237" h="2533" extrusionOk="0">
                  <a:moveTo>
                    <a:pt x="1780" y="0"/>
                  </a:moveTo>
                  <a:cubicBezTo>
                    <a:pt x="1412" y="0"/>
                    <a:pt x="590" y="728"/>
                    <a:pt x="0" y="1387"/>
                  </a:cubicBezTo>
                  <a:cubicBezTo>
                    <a:pt x="635" y="1867"/>
                    <a:pt x="1342" y="2249"/>
                    <a:pt x="2126" y="2533"/>
                  </a:cubicBezTo>
                  <a:cubicBezTo>
                    <a:pt x="2237" y="1650"/>
                    <a:pt x="2230" y="282"/>
                    <a:pt x="1889" y="32"/>
                  </a:cubicBezTo>
                  <a:cubicBezTo>
                    <a:pt x="1860" y="10"/>
                    <a:pt x="1823" y="0"/>
                    <a:pt x="17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562808" y="4433863"/>
              <a:ext cx="98009" cy="89510"/>
            </a:xfrm>
            <a:custGeom>
              <a:avLst/>
              <a:gdLst/>
              <a:ahLst/>
              <a:cxnLst/>
              <a:rect l="l" t="t" r="r" b="b"/>
              <a:pathLst>
                <a:path w="2018" h="1843" extrusionOk="0">
                  <a:moveTo>
                    <a:pt x="802" y="0"/>
                  </a:moveTo>
                  <a:cubicBezTo>
                    <a:pt x="507" y="0"/>
                    <a:pt x="170" y="993"/>
                    <a:pt x="1" y="1819"/>
                  </a:cubicBezTo>
                  <a:cubicBezTo>
                    <a:pt x="184" y="1835"/>
                    <a:pt x="358" y="1843"/>
                    <a:pt x="524" y="1843"/>
                  </a:cubicBezTo>
                  <a:cubicBezTo>
                    <a:pt x="1119" y="1843"/>
                    <a:pt x="1608" y="1745"/>
                    <a:pt x="2018" y="1603"/>
                  </a:cubicBezTo>
                  <a:cubicBezTo>
                    <a:pt x="1697" y="906"/>
                    <a:pt x="1152" y="34"/>
                    <a:pt x="815" y="1"/>
                  </a:cubicBezTo>
                  <a:cubicBezTo>
                    <a:pt x="811" y="1"/>
                    <a:pt x="806" y="0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150051" y="3491912"/>
              <a:ext cx="1632742" cy="1471012"/>
            </a:xfrm>
            <a:custGeom>
              <a:avLst/>
              <a:gdLst/>
              <a:ahLst/>
              <a:cxnLst/>
              <a:rect l="l" t="t" r="r" b="b"/>
              <a:pathLst>
                <a:path w="33618" h="30288" extrusionOk="0">
                  <a:moveTo>
                    <a:pt x="1887" y="6975"/>
                  </a:moveTo>
                  <a:cubicBezTo>
                    <a:pt x="1902" y="6975"/>
                    <a:pt x="1928" y="6994"/>
                    <a:pt x="1967" y="7051"/>
                  </a:cubicBezTo>
                  <a:cubicBezTo>
                    <a:pt x="1956" y="7056"/>
                    <a:pt x="1946" y="7058"/>
                    <a:pt x="1936" y="7058"/>
                  </a:cubicBezTo>
                  <a:cubicBezTo>
                    <a:pt x="1875" y="7058"/>
                    <a:pt x="1856" y="6975"/>
                    <a:pt x="1887" y="6975"/>
                  </a:cubicBezTo>
                  <a:close/>
                  <a:moveTo>
                    <a:pt x="3072" y="391"/>
                  </a:moveTo>
                  <a:cubicBezTo>
                    <a:pt x="3750" y="391"/>
                    <a:pt x="4588" y="516"/>
                    <a:pt x="5617" y="715"/>
                  </a:cubicBezTo>
                  <a:cubicBezTo>
                    <a:pt x="6830" y="952"/>
                    <a:pt x="8310" y="1148"/>
                    <a:pt x="9743" y="1337"/>
                  </a:cubicBezTo>
                  <a:cubicBezTo>
                    <a:pt x="12717" y="1729"/>
                    <a:pt x="15792" y="2134"/>
                    <a:pt x="16630" y="2884"/>
                  </a:cubicBezTo>
                  <a:cubicBezTo>
                    <a:pt x="17018" y="3232"/>
                    <a:pt x="17377" y="3743"/>
                    <a:pt x="17705" y="4355"/>
                  </a:cubicBezTo>
                  <a:cubicBezTo>
                    <a:pt x="18073" y="5047"/>
                    <a:pt x="18408" y="5872"/>
                    <a:pt x="18715" y="6771"/>
                  </a:cubicBezTo>
                  <a:cubicBezTo>
                    <a:pt x="19066" y="7791"/>
                    <a:pt x="19387" y="8900"/>
                    <a:pt x="19688" y="9995"/>
                  </a:cubicBezTo>
                  <a:cubicBezTo>
                    <a:pt x="19786" y="10360"/>
                    <a:pt x="19888" y="10728"/>
                    <a:pt x="19986" y="11086"/>
                  </a:cubicBezTo>
                  <a:cubicBezTo>
                    <a:pt x="20124" y="11606"/>
                    <a:pt x="20262" y="12117"/>
                    <a:pt x="20401" y="12613"/>
                  </a:cubicBezTo>
                  <a:cubicBezTo>
                    <a:pt x="20719" y="13755"/>
                    <a:pt x="21036" y="14806"/>
                    <a:pt x="21381" y="15669"/>
                  </a:cubicBezTo>
                  <a:cubicBezTo>
                    <a:pt x="21388" y="15682"/>
                    <a:pt x="21395" y="15695"/>
                    <a:pt x="21398" y="15712"/>
                  </a:cubicBezTo>
                  <a:cubicBezTo>
                    <a:pt x="21763" y="16614"/>
                    <a:pt x="22199" y="17409"/>
                    <a:pt x="22706" y="18102"/>
                  </a:cubicBezTo>
                  <a:cubicBezTo>
                    <a:pt x="23199" y="18784"/>
                    <a:pt x="23767" y="19365"/>
                    <a:pt x="24402" y="19849"/>
                  </a:cubicBezTo>
                  <a:cubicBezTo>
                    <a:pt x="25091" y="20376"/>
                    <a:pt x="25862" y="20788"/>
                    <a:pt x="26721" y="21089"/>
                  </a:cubicBezTo>
                  <a:cubicBezTo>
                    <a:pt x="27312" y="21295"/>
                    <a:pt x="27944" y="21450"/>
                    <a:pt x="28619" y="21552"/>
                  </a:cubicBezTo>
                  <a:cubicBezTo>
                    <a:pt x="28758" y="21572"/>
                    <a:pt x="28890" y="21589"/>
                    <a:pt x="29018" y="21602"/>
                  </a:cubicBezTo>
                  <a:cubicBezTo>
                    <a:pt x="29227" y="21622"/>
                    <a:pt x="29426" y="21631"/>
                    <a:pt x="29615" y="21631"/>
                  </a:cubicBezTo>
                  <a:cubicBezTo>
                    <a:pt x="30273" y="21631"/>
                    <a:pt x="30816" y="21520"/>
                    <a:pt x="31262" y="21363"/>
                  </a:cubicBezTo>
                  <a:cubicBezTo>
                    <a:pt x="31969" y="21109"/>
                    <a:pt x="32445" y="20734"/>
                    <a:pt x="32769" y="20477"/>
                  </a:cubicBezTo>
                  <a:cubicBezTo>
                    <a:pt x="32871" y="20396"/>
                    <a:pt x="32989" y="20304"/>
                    <a:pt x="33060" y="20264"/>
                  </a:cubicBezTo>
                  <a:cubicBezTo>
                    <a:pt x="33138" y="20433"/>
                    <a:pt x="33239" y="21001"/>
                    <a:pt x="33131" y="21809"/>
                  </a:cubicBezTo>
                  <a:cubicBezTo>
                    <a:pt x="32992" y="22815"/>
                    <a:pt x="32448" y="24715"/>
                    <a:pt x="30340" y="26120"/>
                  </a:cubicBezTo>
                  <a:cubicBezTo>
                    <a:pt x="28584" y="27291"/>
                    <a:pt x="26700" y="27567"/>
                    <a:pt x="25313" y="27567"/>
                  </a:cubicBezTo>
                  <a:cubicBezTo>
                    <a:pt x="24089" y="27567"/>
                    <a:pt x="23252" y="27352"/>
                    <a:pt x="23233" y="27347"/>
                  </a:cubicBezTo>
                  <a:lnTo>
                    <a:pt x="23068" y="27304"/>
                  </a:lnTo>
                  <a:lnTo>
                    <a:pt x="23003" y="27462"/>
                  </a:lnTo>
                  <a:cubicBezTo>
                    <a:pt x="22625" y="28374"/>
                    <a:pt x="21831" y="29841"/>
                    <a:pt x="21304" y="29895"/>
                  </a:cubicBezTo>
                  <a:cubicBezTo>
                    <a:pt x="21296" y="29895"/>
                    <a:pt x="21289" y="29896"/>
                    <a:pt x="21281" y="29896"/>
                  </a:cubicBezTo>
                  <a:cubicBezTo>
                    <a:pt x="20802" y="29896"/>
                    <a:pt x="20146" y="28770"/>
                    <a:pt x="19824" y="27948"/>
                  </a:cubicBezTo>
                  <a:lnTo>
                    <a:pt x="19773" y="27814"/>
                  </a:lnTo>
                  <a:lnTo>
                    <a:pt x="16221" y="28050"/>
                  </a:lnTo>
                  <a:lnTo>
                    <a:pt x="16167" y="28141"/>
                  </a:lnTo>
                  <a:cubicBezTo>
                    <a:pt x="15920" y="28584"/>
                    <a:pt x="15136" y="29723"/>
                    <a:pt x="14501" y="29723"/>
                  </a:cubicBezTo>
                  <a:lnTo>
                    <a:pt x="14484" y="29723"/>
                  </a:lnTo>
                  <a:cubicBezTo>
                    <a:pt x="14241" y="29716"/>
                    <a:pt x="13541" y="29358"/>
                    <a:pt x="12910" y="25833"/>
                  </a:cubicBezTo>
                  <a:cubicBezTo>
                    <a:pt x="12727" y="24819"/>
                    <a:pt x="12551" y="23542"/>
                    <a:pt x="12389" y="21934"/>
                  </a:cubicBezTo>
                  <a:cubicBezTo>
                    <a:pt x="12001" y="17987"/>
                    <a:pt x="11997" y="14330"/>
                    <a:pt x="12024" y="12634"/>
                  </a:cubicBezTo>
                  <a:cubicBezTo>
                    <a:pt x="12034" y="12016"/>
                    <a:pt x="12048" y="11654"/>
                    <a:pt x="12048" y="11640"/>
                  </a:cubicBezTo>
                  <a:lnTo>
                    <a:pt x="12058" y="11383"/>
                  </a:lnTo>
                  <a:lnTo>
                    <a:pt x="12058" y="11383"/>
                  </a:lnTo>
                  <a:lnTo>
                    <a:pt x="11808" y="11441"/>
                  </a:lnTo>
                  <a:cubicBezTo>
                    <a:pt x="11789" y="11446"/>
                    <a:pt x="10425" y="11760"/>
                    <a:pt x="8589" y="11760"/>
                  </a:cubicBezTo>
                  <a:cubicBezTo>
                    <a:pt x="8051" y="11760"/>
                    <a:pt x="7472" y="11733"/>
                    <a:pt x="6874" y="11664"/>
                  </a:cubicBezTo>
                  <a:cubicBezTo>
                    <a:pt x="4779" y="11424"/>
                    <a:pt x="2356" y="10559"/>
                    <a:pt x="1190" y="8048"/>
                  </a:cubicBezTo>
                  <a:cubicBezTo>
                    <a:pt x="1353" y="7802"/>
                    <a:pt x="1606" y="7551"/>
                    <a:pt x="1751" y="7365"/>
                  </a:cubicBezTo>
                  <a:cubicBezTo>
                    <a:pt x="1825" y="7267"/>
                    <a:pt x="1903" y="7170"/>
                    <a:pt x="1981" y="7072"/>
                  </a:cubicBezTo>
                  <a:cubicBezTo>
                    <a:pt x="1988" y="7078"/>
                    <a:pt x="1988" y="7081"/>
                    <a:pt x="1994" y="7089"/>
                  </a:cubicBezTo>
                  <a:cubicBezTo>
                    <a:pt x="2261" y="7541"/>
                    <a:pt x="3109" y="7944"/>
                    <a:pt x="3542" y="8261"/>
                  </a:cubicBezTo>
                  <a:cubicBezTo>
                    <a:pt x="3589" y="8294"/>
                    <a:pt x="3647" y="8313"/>
                    <a:pt x="3704" y="8313"/>
                  </a:cubicBezTo>
                  <a:cubicBezTo>
                    <a:pt x="3759" y="8313"/>
                    <a:pt x="3813" y="8295"/>
                    <a:pt x="3856" y="8257"/>
                  </a:cubicBezTo>
                  <a:cubicBezTo>
                    <a:pt x="4285" y="7875"/>
                    <a:pt x="4718" y="7490"/>
                    <a:pt x="5147" y="7105"/>
                  </a:cubicBezTo>
                  <a:cubicBezTo>
                    <a:pt x="5634" y="7470"/>
                    <a:pt x="6113" y="7835"/>
                    <a:pt x="6597" y="8200"/>
                  </a:cubicBezTo>
                  <a:cubicBezTo>
                    <a:pt x="6648" y="8238"/>
                    <a:pt x="6706" y="8258"/>
                    <a:pt x="6762" y="8258"/>
                  </a:cubicBezTo>
                  <a:cubicBezTo>
                    <a:pt x="6826" y="8258"/>
                    <a:pt x="6888" y="8232"/>
                    <a:pt x="6935" y="8176"/>
                  </a:cubicBezTo>
                  <a:cubicBezTo>
                    <a:pt x="7144" y="7923"/>
                    <a:pt x="7350" y="7660"/>
                    <a:pt x="7520" y="7379"/>
                  </a:cubicBezTo>
                  <a:cubicBezTo>
                    <a:pt x="7634" y="7190"/>
                    <a:pt x="7732" y="6821"/>
                    <a:pt x="7881" y="6632"/>
                  </a:cubicBezTo>
                  <a:cubicBezTo>
                    <a:pt x="7911" y="6639"/>
                    <a:pt x="7952" y="6652"/>
                    <a:pt x="8013" y="6686"/>
                  </a:cubicBezTo>
                  <a:cubicBezTo>
                    <a:pt x="8155" y="6771"/>
                    <a:pt x="8344" y="6808"/>
                    <a:pt x="8503" y="6858"/>
                  </a:cubicBezTo>
                  <a:cubicBezTo>
                    <a:pt x="8855" y="6977"/>
                    <a:pt x="9209" y="7068"/>
                    <a:pt x="9571" y="7139"/>
                  </a:cubicBezTo>
                  <a:cubicBezTo>
                    <a:pt x="9593" y="7144"/>
                    <a:pt x="9616" y="7146"/>
                    <a:pt x="9638" y="7146"/>
                  </a:cubicBezTo>
                  <a:cubicBezTo>
                    <a:pt x="9722" y="7146"/>
                    <a:pt x="9798" y="7109"/>
                    <a:pt x="9828" y="7021"/>
                  </a:cubicBezTo>
                  <a:cubicBezTo>
                    <a:pt x="10054" y="6389"/>
                    <a:pt x="10196" y="5743"/>
                    <a:pt x="10327" y="5088"/>
                  </a:cubicBezTo>
                  <a:cubicBezTo>
                    <a:pt x="10357" y="4946"/>
                    <a:pt x="10212" y="4845"/>
                    <a:pt x="10085" y="4845"/>
                  </a:cubicBezTo>
                  <a:cubicBezTo>
                    <a:pt x="10010" y="4845"/>
                    <a:pt x="9941" y="4880"/>
                    <a:pt x="9919" y="4963"/>
                  </a:cubicBezTo>
                  <a:cubicBezTo>
                    <a:pt x="9753" y="5561"/>
                    <a:pt x="9649" y="6156"/>
                    <a:pt x="9456" y="6744"/>
                  </a:cubicBezTo>
                  <a:cubicBezTo>
                    <a:pt x="8902" y="6615"/>
                    <a:pt x="8368" y="6433"/>
                    <a:pt x="7827" y="6240"/>
                  </a:cubicBezTo>
                  <a:cubicBezTo>
                    <a:pt x="7810" y="6235"/>
                    <a:pt x="7790" y="6232"/>
                    <a:pt x="7769" y="6232"/>
                  </a:cubicBezTo>
                  <a:cubicBezTo>
                    <a:pt x="7700" y="6232"/>
                    <a:pt x="7619" y="6261"/>
                    <a:pt x="7590" y="6318"/>
                  </a:cubicBezTo>
                  <a:cubicBezTo>
                    <a:pt x="7320" y="6841"/>
                    <a:pt x="7043" y="7335"/>
                    <a:pt x="6688" y="7802"/>
                  </a:cubicBezTo>
                  <a:cubicBezTo>
                    <a:pt x="6211" y="7443"/>
                    <a:pt x="5739" y="7085"/>
                    <a:pt x="5266" y="6727"/>
                  </a:cubicBezTo>
                  <a:cubicBezTo>
                    <a:pt x="5218" y="6691"/>
                    <a:pt x="5155" y="6668"/>
                    <a:pt x="5094" y="6668"/>
                  </a:cubicBezTo>
                  <a:cubicBezTo>
                    <a:pt x="5046" y="6668"/>
                    <a:pt x="4999" y="6682"/>
                    <a:pt x="4962" y="6716"/>
                  </a:cubicBezTo>
                  <a:cubicBezTo>
                    <a:pt x="4525" y="7102"/>
                    <a:pt x="4093" y="7484"/>
                    <a:pt x="3657" y="7869"/>
                  </a:cubicBezTo>
                  <a:cubicBezTo>
                    <a:pt x="3123" y="7477"/>
                    <a:pt x="2582" y="7089"/>
                    <a:pt x="2035" y="6710"/>
                  </a:cubicBezTo>
                  <a:cubicBezTo>
                    <a:pt x="1997" y="6684"/>
                    <a:pt x="1938" y="6662"/>
                    <a:pt x="1882" y="6662"/>
                  </a:cubicBezTo>
                  <a:cubicBezTo>
                    <a:pt x="1837" y="6662"/>
                    <a:pt x="1795" y="6676"/>
                    <a:pt x="1768" y="6713"/>
                  </a:cubicBezTo>
                  <a:cubicBezTo>
                    <a:pt x="1582" y="6967"/>
                    <a:pt x="1251" y="7325"/>
                    <a:pt x="1041" y="7686"/>
                  </a:cubicBezTo>
                  <a:cubicBezTo>
                    <a:pt x="747" y="6936"/>
                    <a:pt x="551" y="6061"/>
                    <a:pt x="504" y="5017"/>
                  </a:cubicBezTo>
                  <a:cubicBezTo>
                    <a:pt x="400" y="2814"/>
                    <a:pt x="683" y="1499"/>
                    <a:pt x="1396" y="884"/>
                  </a:cubicBezTo>
                  <a:cubicBezTo>
                    <a:pt x="1800" y="534"/>
                    <a:pt x="2345" y="391"/>
                    <a:pt x="3072" y="391"/>
                  </a:cubicBezTo>
                  <a:close/>
                  <a:moveTo>
                    <a:pt x="3094" y="0"/>
                  </a:moveTo>
                  <a:cubicBezTo>
                    <a:pt x="2310" y="0"/>
                    <a:pt x="1640" y="156"/>
                    <a:pt x="1139" y="590"/>
                  </a:cubicBezTo>
                  <a:cubicBezTo>
                    <a:pt x="318" y="1300"/>
                    <a:pt x="1" y="2672"/>
                    <a:pt x="112" y="5037"/>
                  </a:cubicBezTo>
                  <a:cubicBezTo>
                    <a:pt x="352" y="10221"/>
                    <a:pt x="3897" y="11715"/>
                    <a:pt x="6830" y="12052"/>
                  </a:cubicBezTo>
                  <a:cubicBezTo>
                    <a:pt x="7454" y="12125"/>
                    <a:pt x="8055" y="12154"/>
                    <a:pt x="8611" y="12154"/>
                  </a:cubicBezTo>
                  <a:cubicBezTo>
                    <a:pt x="10035" y="12154"/>
                    <a:pt x="11167" y="11968"/>
                    <a:pt x="11649" y="11874"/>
                  </a:cubicBezTo>
                  <a:lnTo>
                    <a:pt x="11649" y="11874"/>
                  </a:lnTo>
                  <a:cubicBezTo>
                    <a:pt x="11636" y="12390"/>
                    <a:pt x="11608" y="13665"/>
                    <a:pt x="11636" y="15371"/>
                  </a:cubicBezTo>
                  <a:cubicBezTo>
                    <a:pt x="11163" y="15033"/>
                    <a:pt x="10396" y="14788"/>
                    <a:pt x="9705" y="14788"/>
                  </a:cubicBezTo>
                  <a:cubicBezTo>
                    <a:pt x="8868" y="14788"/>
                    <a:pt x="8142" y="15148"/>
                    <a:pt x="8189" y="16138"/>
                  </a:cubicBezTo>
                  <a:cubicBezTo>
                    <a:pt x="8237" y="17136"/>
                    <a:pt x="9445" y="17720"/>
                    <a:pt x="10488" y="17720"/>
                  </a:cubicBezTo>
                  <a:cubicBezTo>
                    <a:pt x="10886" y="17720"/>
                    <a:pt x="11260" y="17635"/>
                    <a:pt x="11537" y="17456"/>
                  </a:cubicBezTo>
                  <a:cubicBezTo>
                    <a:pt x="11558" y="17442"/>
                    <a:pt x="11564" y="17409"/>
                    <a:pt x="11558" y="17381"/>
                  </a:cubicBezTo>
                  <a:cubicBezTo>
                    <a:pt x="11555" y="17364"/>
                    <a:pt x="11545" y="17350"/>
                    <a:pt x="11528" y="17350"/>
                  </a:cubicBezTo>
                  <a:cubicBezTo>
                    <a:pt x="11524" y="17350"/>
                    <a:pt x="11521" y="17350"/>
                    <a:pt x="11517" y="17351"/>
                  </a:cubicBezTo>
                  <a:cubicBezTo>
                    <a:pt x="11328" y="17398"/>
                    <a:pt x="11044" y="17426"/>
                    <a:pt x="10726" y="17426"/>
                  </a:cubicBezTo>
                  <a:cubicBezTo>
                    <a:pt x="9596" y="17426"/>
                    <a:pt x="8019" y="17063"/>
                    <a:pt x="8580" y="15814"/>
                  </a:cubicBezTo>
                  <a:cubicBezTo>
                    <a:pt x="8829" y="15258"/>
                    <a:pt x="9273" y="15069"/>
                    <a:pt x="9771" y="15069"/>
                  </a:cubicBezTo>
                  <a:cubicBezTo>
                    <a:pt x="10402" y="15069"/>
                    <a:pt x="11119" y="15371"/>
                    <a:pt x="11639" y="15611"/>
                  </a:cubicBezTo>
                  <a:cubicBezTo>
                    <a:pt x="11649" y="16145"/>
                    <a:pt x="11666" y="16720"/>
                    <a:pt x="11689" y="17321"/>
                  </a:cubicBezTo>
                  <a:cubicBezTo>
                    <a:pt x="11743" y="18743"/>
                    <a:pt x="11838" y="20332"/>
                    <a:pt x="12001" y="21974"/>
                  </a:cubicBezTo>
                  <a:cubicBezTo>
                    <a:pt x="12531" y="27340"/>
                    <a:pt x="13362" y="30081"/>
                    <a:pt x="14471" y="30115"/>
                  </a:cubicBezTo>
                  <a:lnTo>
                    <a:pt x="14498" y="30115"/>
                  </a:lnTo>
                  <a:cubicBezTo>
                    <a:pt x="15383" y="30115"/>
                    <a:pt x="16224" y="28817"/>
                    <a:pt x="16454" y="28425"/>
                  </a:cubicBezTo>
                  <a:lnTo>
                    <a:pt x="19512" y="28223"/>
                  </a:lnTo>
                  <a:cubicBezTo>
                    <a:pt x="19726" y="28729"/>
                    <a:pt x="20445" y="30287"/>
                    <a:pt x="21276" y="30287"/>
                  </a:cubicBezTo>
                  <a:cubicBezTo>
                    <a:pt x="21297" y="30287"/>
                    <a:pt x="21320" y="30287"/>
                    <a:pt x="21340" y="30284"/>
                  </a:cubicBezTo>
                  <a:cubicBezTo>
                    <a:pt x="22172" y="30203"/>
                    <a:pt x="23020" y="28408"/>
                    <a:pt x="23301" y="27763"/>
                  </a:cubicBezTo>
                  <a:cubicBezTo>
                    <a:pt x="23619" y="27834"/>
                    <a:pt x="24360" y="27970"/>
                    <a:pt x="25335" y="27970"/>
                  </a:cubicBezTo>
                  <a:cubicBezTo>
                    <a:pt x="26772" y="27970"/>
                    <a:pt x="28715" y="27675"/>
                    <a:pt x="30559" y="26445"/>
                  </a:cubicBezTo>
                  <a:cubicBezTo>
                    <a:pt x="32850" y="24918"/>
                    <a:pt x="33618" y="22620"/>
                    <a:pt x="33567" y="20981"/>
                  </a:cubicBezTo>
                  <a:cubicBezTo>
                    <a:pt x="33560" y="20707"/>
                    <a:pt x="33513" y="20051"/>
                    <a:pt x="33250" y="19899"/>
                  </a:cubicBezTo>
                  <a:cubicBezTo>
                    <a:pt x="33197" y="19868"/>
                    <a:pt x="33145" y="19855"/>
                    <a:pt x="33093" y="19855"/>
                  </a:cubicBezTo>
                  <a:cubicBezTo>
                    <a:pt x="32925" y="19855"/>
                    <a:pt x="32751" y="19994"/>
                    <a:pt x="32529" y="20170"/>
                  </a:cubicBezTo>
                  <a:cubicBezTo>
                    <a:pt x="32222" y="20413"/>
                    <a:pt x="31776" y="20764"/>
                    <a:pt x="31107" y="20998"/>
                  </a:cubicBezTo>
                  <a:cubicBezTo>
                    <a:pt x="30697" y="21140"/>
                    <a:pt x="30208" y="21238"/>
                    <a:pt x="29613" y="21238"/>
                  </a:cubicBezTo>
                  <a:cubicBezTo>
                    <a:pt x="29447" y="21238"/>
                    <a:pt x="29273" y="21230"/>
                    <a:pt x="29090" y="21214"/>
                  </a:cubicBezTo>
                  <a:cubicBezTo>
                    <a:pt x="28954" y="21204"/>
                    <a:pt x="28819" y="21187"/>
                    <a:pt x="28677" y="21167"/>
                  </a:cubicBezTo>
                  <a:cubicBezTo>
                    <a:pt x="28001" y="21065"/>
                    <a:pt x="27373" y="20903"/>
                    <a:pt x="26785" y="20694"/>
                  </a:cubicBezTo>
                  <a:cubicBezTo>
                    <a:pt x="26001" y="20410"/>
                    <a:pt x="25294" y="20028"/>
                    <a:pt x="24659" y="19548"/>
                  </a:cubicBezTo>
                  <a:cubicBezTo>
                    <a:pt x="24037" y="19078"/>
                    <a:pt x="23486" y="18510"/>
                    <a:pt x="23007" y="17845"/>
                  </a:cubicBezTo>
                  <a:cubicBezTo>
                    <a:pt x="22527" y="17186"/>
                    <a:pt x="22115" y="16429"/>
                    <a:pt x="21766" y="15574"/>
                  </a:cubicBezTo>
                  <a:cubicBezTo>
                    <a:pt x="21760" y="15557"/>
                    <a:pt x="21753" y="15540"/>
                    <a:pt x="21746" y="15523"/>
                  </a:cubicBezTo>
                  <a:cubicBezTo>
                    <a:pt x="21398" y="14658"/>
                    <a:pt x="21077" y="13583"/>
                    <a:pt x="20752" y="12417"/>
                  </a:cubicBezTo>
                  <a:cubicBezTo>
                    <a:pt x="20624" y="11951"/>
                    <a:pt x="20493" y="11475"/>
                    <a:pt x="20361" y="10985"/>
                  </a:cubicBezTo>
                  <a:cubicBezTo>
                    <a:pt x="20270" y="10647"/>
                    <a:pt x="20178" y="10308"/>
                    <a:pt x="20087" y="9971"/>
                  </a:cubicBezTo>
                  <a:cubicBezTo>
                    <a:pt x="19763" y="8781"/>
                    <a:pt x="19425" y="7605"/>
                    <a:pt x="19053" y="6534"/>
                  </a:cubicBezTo>
                  <a:cubicBezTo>
                    <a:pt x="18773" y="5730"/>
                    <a:pt x="18472" y="4983"/>
                    <a:pt x="18141" y="4338"/>
                  </a:cubicBezTo>
                  <a:cubicBezTo>
                    <a:pt x="17765" y="3611"/>
                    <a:pt x="17357" y="3009"/>
                    <a:pt x="16890" y="2591"/>
                  </a:cubicBezTo>
                  <a:cubicBezTo>
                    <a:pt x="15964" y="1763"/>
                    <a:pt x="12966" y="1367"/>
                    <a:pt x="9797" y="948"/>
                  </a:cubicBezTo>
                  <a:cubicBezTo>
                    <a:pt x="8368" y="759"/>
                    <a:pt x="6891" y="563"/>
                    <a:pt x="5692" y="333"/>
                  </a:cubicBezTo>
                  <a:cubicBezTo>
                    <a:pt x="4748" y="150"/>
                    <a:pt x="3866" y="0"/>
                    <a:pt x="3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768306" y="3673017"/>
              <a:ext cx="75037" cy="75182"/>
            </a:xfrm>
            <a:custGeom>
              <a:avLst/>
              <a:gdLst/>
              <a:ahLst/>
              <a:cxnLst/>
              <a:rect l="l" t="t" r="r" b="b"/>
              <a:pathLst>
                <a:path w="1545" h="1548" extrusionOk="0">
                  <a:moveTo>
                    <a:pt x="774" y="0"/>
                  </a:moveTo>
                  <a:cubicBezTo>
                    <a:pt x="345" y="0"/>
                    <a:pt x="0" y="345"/>
                    <a:pt x="0" y="774"/>
                  </a:cubicBezTo>
                  <a:cubicBezTo>
                    <a:pt x="0" y="1200"/>
                    <a:pt x="345" y="1548"/>
                    <a:pt x="774" y="1548"/>
                  </a:cubicBezTo>
                  <a:cubicBezTo>
                    <a:pt x="1200" y="1548"/>
                    <a:pt x="1545" y="1200"/>
                    <a:pt x="1545" y="774"/>
                  </a:cubicBezTo>
                  <a:cubicBezTo>
                    <a:pt x="1545" y="345"/>
                    <a:pt x="1200" y="0"/>
                    <a:pt x="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787489" y="4248581"/>
              <a:ext cx="186693" cy="158184"/>
            </a:xfrm>
            <a:custGeom>
              <a:avLst/>
              <a:gdLst/>
              <a:ahLst/>
              <a:cxnLst/>
              <a:rect l="l" t="t" r="r" b="b"/>
              <a:pathLst>
                <a:path w="3844" h="3257" extrusionOk="0">
                  <a:moveTo>
                    <a:pt x="2671" y="0"/>
                  </a:moveTo>
                  <a:cubicBezTo>
                    <a:pt x="1749" y="0"/>
                    <a:pt x="682" y="460"/>
                    <a:pt x="281" y="1342"/>
                  </a:cubicBezTo>
                  <a:cubicBezTo>
                    <a:pt x="0" y="1960"/>
                    <a:pt x="85" y="2745"/>
                    <a:pt x="724" y="3093"/>
                  </a:cubicBezTo>
                  <a:cubicBezTo>
                    <a:pt x="933" y="3207"/>
                    <a:pt x="1150" y="3257"/>
                    <a:pt x="1367" y="3257"/>
                  </a:cubicBezTo>
                  <a:cubicBezTo>
                    <a:pt x="2008" y="3257"/>
                    <a:pt x="2644" y="2821"/>
                    <a:pt x="3045" y="2336"/>
                  </a:cubicBezTo>
                  <a:cubicBezTo>
                    <a:pt x="3532" y="1748"/>
                    <a:pt x="3843" y="643"/>
                    <a:pt x="3116" y="112"/>
                  </a:cubicBezTo>
                  <a:cubicBezTo>
                    <a:pt x="3107" y="105"/>
                    <a:pt x="3098" y="102"/>
                    <a:pt x="3091" y="102"/>
                  </a:cubicBezTo>
                  <a:cubicBezTo>
                    <a:pt x="3066" y="102"/>
                    <a:pt x="3056" y="140"/>
                    <a:pt x="3059" y="176"/>
                  </a:cubicBezTo>
                  <a:cubicBezTo>
                    <a:pt x="3059" y="200"/>
                    <a:pt x="3062" y="223"/>
                    <a:pt x="3073" y="234"/>
                  </a:cubicBezTo>
                  <a:cubicBezTo>
                    <a:pt x="3201" y="372"/>
                    <a:pt x="3305" y="784"/>
                    <a:pt x="3296" y="977"/>
                  </a:cubicBezTo>
                  <a:cubicBezTo>
                    <a:pt x="3288" y="1143"/>
                    <a:pt x="3224" y="1329"/>
                    <a:pt x="3163" y="1480"/>
                  </a:cubicBezTo>
                  <a:cubicBezTo>
                    <a:pt x="3093" y="1667"/>
                    <a:pt x="2995" y="1842"/>
                    <a:pt x="2876" y="2004"/>
                  </a:cubicBezTo>
                  <a:cubicBezTo>
                    <a:pt x="2552" y="2450"/>
                    <a:pt x="2008" y="2904"/>
                    <a:pt x="1437" y="2944"/>
                  </a:cubicBezTo>
                  <a:cubicBezTo>
                    <a:pt x="1402" y="2947"/>
                    <a:pt x="1369" y="2948"/>
                    <a:pt x="1336" y="2948"/>
                  </a:cubicBezTo>
                  <a:cubicBezTo>
                    <a:pt x="536" y="2948"/>
                    <a:pt x="270" y="2173"/>
                    <a:pt x="568" y="1491"/>
                  </a:cubicBezTo>
                  <a:cubicBezTo>
                    <a:pt x="916" y="697"/>
                    <a:pt x="1883" y="223"/>
                    <a:pt x="2704" y="115"/>
                  </a:cubicBezTo>
                  <a:cubicBezTo>
                    <a:pt x="2721" y="115"/>
                    <a:pt x="2728" y="106"/>
                    <a:pt x="2734" y="92"/>
                  </a:cubicBezTo>
                  <a:cubicBezTo>
                    <a:pt x="2751" y="58"/>
                    <a:pt x="2741" y="0"/>
                    <a:pt x="2700" y="0"/>
                  </a:cubicBezTo>
                  <a:cubicBezTo>
                    <a:pt x="2691" y="0"/>
                    <a:pt x="2681" y="0"/>
                    <a:pt x="2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21189" y="4504916"/>
              <a:ext cx="88539" cy="64061"/>
            </a:xfrm>
            <a:custGeom>
              <a:avLst/>
              <a:gdLst/>
              <a:ahLst/>
              <a:cxnLst/>
              <a:rect l="l" t="t" r="r" b="b"/>
              <a:pathLst>
                <a:path w="1823" h="1319" extrusionOk="0">
                  <a:moveTo>
                    <a:pt x="652" y="1"/>
                  </a:moveTo>
                  <a:cubicBezTo>
                    <a:pt x="526" y="1"/>
                    <a:pt x="402" y="36"/>
                    <a:pt x="302" y="106"/>
                  </a:cubicBezTo>
                  <a:cubicBezTo>
                    <a:pt x="214" y="167"/>
                    <a:pt x="143" y="251"/>
                    <a:pt x="110" y="366"/>
                  </a:cubicBezTo>
                  <a:cubicBezTo>
                    <a:pt x="1" y="758"/>
                    <a:pt x="380" y="1093"/>
                    <a:pt x="704" y="1227"/>
                  </a:cubicBezTo>
                  <a:cubicBezTo>
                    <a:pt x="833" y="1281"/>
                    <a:pt x="1004" y="1319"/>
                    <a:pt x="1172" y="1319"/>
                  </a:cubicBezTo>
                  <a:cubicBezTo>
                    <a:pt x="1418" y="1319"/>
                    <a:pt x="1658" y="1239"/>
                    <a:pt x="1758" y="1015"/>
                  </a:cubicBezTo>
                  <a:cubicBezTo>
                    <a:pt x="1822" y="866"/>
                    <a:pt x="1772" y="711"/>
                    <a:pt x="1684" y="582"/>
                  </a:cubicBezTo>
                  <a:cubicBezTo>
                    <a:pt x="1667" y="555"/>
                    <a:pt x="1646" y="528"/>
                    <a:pt x="1626" y="501"/>
                  </a:cubicBezTo>
                  <a:cubicBezTo>
                    <a:pt x="1568" y="438"/>
                    <a:pt x="1374" y="240"/>
                    <a:pt x="1243" y="240"/>
                  </a:cubicBezTo>
                  <a:cubicBezTo>
                    <a:pt x="1222" y="240"/>
                    <a:pt x="1202" y="245"/>
                    <a:pt x="1184" y="257"/>
                  </a:cubicBezTo>
                  <a:cubicBezTo>
                    <a:pt x="1184" y="262"/>
                    <a:pt x="1184" y="262"/>
                    <a:pt x="1180" y="265"/>
                  </a:cubicBezTo>
                  <a:cubicBezTo>
                    <a:pt x="1160" y="285"/>
                    <a:pt x="1164" y="332"/>
                    <a:pt x="1180" y="352"/>
                  </a:cubicBezTo>
                  <a:cubicBezTo>
                    <a:pt x="1214" y="403"/>
                    <a:pt x="1282" y="454"/>
                    <a:pt x="1350" y="508"/>
                  </a:cubicBezTo>
                  <a:cubicBezTo>
                    <a:pt x="1505" y="633"/>
                    <a:pt x="1674" y="772"/>
                    <a:pt x="1488" y="947"/>
                  </a:cubicBezTo>
                  <a:cubicBezTo>
                    <a:pt x="1390" y="1039"/>
                    <a:pt x="1249" y="1074"/>
                    <a:pt x="1106" y="1074"/>
                  </a:cubicBezTo>
                  <a:cubicBezTo>
                    <a:pt x="987" y="1074"/>
                    <a:pt x="866" y="1050"/>
                    <a:pt x="768" y="1015"/>
                  </a:cubicBezTo>
                  <a:cubicBezTo>
                    <a:pt x="562" y="940"/>
                    <a:pt x="288" y="758"/>
                    <a:pt x="325" y="511"/>
                  </a:cubicBezTo>
                  <a:cubicBezTo>
                    <a:pt x="349" y="369"/>
                    <a:pt x="457" y="285"/>
                    <a:pt x="589" y="245"/>
                  </a:cubicBezTo>
                  <a:cubicBezTo>
                    <a:pt x="650" y="227"/>
                    <a:pt x="717" y="218"/>
                    <a:pt x="783" y="218"/>
                  </a:cubicBezTo>
                  <a:cubicBezTo>
                    <a:pt x="881" y="218"/>
                    <a:pt x="977" y="237"/>
                    <a:pt x="1052" y="271"/>
                  </a:cubicBezTo>
                  <a:cubicBezTo>
                    <a:pt x="1057" y="274"/>
                    <a:pt x="1062" y="275"/>
                    <a:pt x="1067" y="275"/>
                  </a:cubicBezTo>
                  <a:cubicBezTo>
                    <a:pt x="1089" y="275"/>
                    <a:pt x="1095" y="242"/>
                    <a:pt x="1093" y="210"/>
                  </a:cubicBezTo>
                  <a:cubicBezTo>
                    <a:pt x="1089" y="190"/>
                    <a:pt x="1086" y="167"/>
                    <a:pt x="1075" y="160"/>
                  </a:cubicBezTo>
                  <a:cubicBezTo>
                    <a:pt x="962" y="54"/>
                    <a:pt x="806" y="1"/>
                    <a:pt x="6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441877" y="4543867"/>
              <a:ext cx="79942" cy="48713"/>
            </a:xfrm>
            <a:custGeom>
              <a:avLst/>
              <a:gdLst/>
              <a:ahLst/>
              <a:cxnLst/>
              <a:rect l="l" t="t" r="r" b="b"/>
              <a:pathLst>
                <a:path w="1646" h="1003" extrusionOk="0">
                  <a:moveTo>
                    <a:pt x="601" y="1"/>
                  </a:moveTo>
                  <a:cubicBezTo>
                    <a:pt x="407" y="1"/>
                    <a:pt x="210" y="85"/>
                    <a:pt x="131" y="257"/>
                  </a:cubicBezTo>
                  <a:cubicBezTo>
                    <a:pt x="0" y="541"/>
                    <a:pt x="290" y="770"/>
                    <a:pt x="524" y="868"/>
                  </a:cubicBezTo>
                  <a:cubicBezTo>
                    <a:pt x="653" y="924"/>
                    <a:pt x="910" y="1002"/>
                    <a:pt x="1134" y="1002"/>
                  </a:cubicBezTo>
                  <a:cubicBezTo>
                    <a:pt x="1302" y="1002"/>
                    <a:pt x="1451" y="958"/>
                    <a:pt x="1513" y="828"/>
                  </a:cubicBezTo>
                  <a:cubicBezTo>
                    <a:pt x="1646" y="561"/>
                    <a:pt x="1315" y="189"/>
                    <a:pt x="1067" y="138"/>
                  </a:cubicBezTo>
                  <a:cubicBezTo>
                    <a:pt x="1063" y="137"/>
                    <a:pt x="1059" y="137"/>
                    <a:pt x="1055" y="137"/>
                  </a:cubicBezTo>
                  <a:cubicBezTo>
                    <a:pt x="1031" y="137"/>
                    <a:pt x="1020" y="163"/>
                    <a:pt x="1017" y="193"/>
                  </a:cubicBezTo>
                  <a:cubicBezTo>
                    <a:pt x="1017" y="223"/>
                    <a:pt x="1027" y="257"/>
                    <a:pt x="1041" y="271"/>
                  </a:cubicBezTo>
                  <a:cubicBezTo>
                    <a:pt x="1112" y="331"/>
                    <a:pt x="1436" y="575"/>
                    <a:pt x="1290" y="703"/>
                  </a:cubicBezTo>
                  <a:cubicBezTo>
                    <a:pt x="1247" y="742"/>
                    <a:pt x="1167" y="753"/>
                    <a:pt x="1087" y="753"/>
                  </a:cubicBezTo>
                  <a:cubicBezTo>
                    <a:pt x="1015" y="753"/>
                    <a:pt x="943" y="745"/>
                    <a:pt x="895" y="740"/>
                  </a:cubicBezTo>
                  <a:cubicBezTo>
                    <a:pt x="788" y="726"/>
                    <a:pt x="672" y="696"/>
                    <a:pt x="571" y="656"/>
                  </a:cubicBezTo>
                  <a:cubicBezTo>
                    <a:pt x="406" y="591"/>
                    <a:pt x="196" y="446"/>
                    <a:pt x="429" y="294"/>
                  </a:cubicBezTo>
                  <a:cubicBezTo>
                    <a:pt x="512" y="240"/>
                    <a:pt x="599" y="222"/>
                    <a:pt x="687" y="222"/>
                  </a:cubicBezTo>
                  <a:cubicBezTo>
                    <a:pt x="765" y="222"/>
                    <a:pt x="843" y="236"/>
                    <a:pt x="922" y="250"/>
                  </a:cubicBezTo>
                  <a:cubicBezTo>
                    <a:pt x="926" y="251"/>
                    <a:pt x="929" y="251"/>
                    <a:pt x="933" y="251"/>
                  </a:cubicBezTo>
                  <a:cubicBezTo>
                    <a:pt x="971" y="251"/>
                    <a:pt x="979" y="216"/>
                    <a:pt x="973" y="179"/>
                  </a:cubicBezTo>
                  <a:cubicBezTo>
                    <a:pt x="966" y="145"/>
                    <a:pt x="953" y="115"/>
                    <a:pt x="936" y="101"/>
                  </a:cubicBezTo>
                  <a:cubicBezTo>
                    <a:pt x="845" y="34"/>
                    <a:pt x="724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41733" y="4593550"/>
              <a:ext cx="121467" cy="66440"/>
            </a:xfrm>
            <a:custGeom>
              <a:avLst/>
              <a:gdLst/>
              <a:ahLst/>
              <a:cxnLst/>
              <a:rect l="l" t="t" r="r" b="b"/>
              <a:pathLst>
                <a:path w="2501" h="1368" extrusionOk="0">
                  <a:moveTo>
                    <a:pt x="1040" y="0"/>
                  </a:moveTo>
                  <a:cubicBezTo>
                    <a:pt x="770" y="0"/>
                    <a:pt x="483" y="82"/>
                    <a:pt x="318" y="257"/>
                  </a:cubicBezTo>
                  <a:cubicBezTo>
                    <a:pt x="0" y="595"/>
                    <a:pt x="450" y="1042"/>
                    <a:pt x="741" y="1204"/>
                  </a:cubicBezTo>
                  <a:cubicBezTo>
                    <a:pt x="927" y="1306"/>
                    <a:pt x="1180" y="1368"/>
                    <a:pt x="1431" y="1368"/>
                  </a:cubicBezTo>
                  <a:cubicBezTo>
                    <a:pt x="1710" y="1368"/>
                    <a:pt x="1986" y="1292"/>
                    <a:pt x="2163" y="1113"/>
                  </a:cubicBezTo>
                  <a:cubicBezTo>
                    <a:pt x="2501" y="768"/>
                    <a:pt x="2197" y="265"/>
                    <a:pt x="1808" y="126"/>
                  </a:cubicBezTo>
                  <a:cubicBezTo>
                    <a:pt x="1799" y="123"/>
                    <a:pt x="1791" y="122"/>
                    <a:pt x="1784" y="122"/>
                  </a:cubicBezTo>
                  <a:cubicBezTo>
                    <a:pt x="1749" y="122"/>
                    <a:pt x="1738" y="154"/>
                    <a:pt x="1738" y="190"/>
                  </a:cubicBezTo>
                  <a:cubicBezTo>
                    <a:pt x="1738" y="231"/>
                    <a:pt x="1751" y="274"/>
                    <a:pt x="1778" y="295"/>
                  </a:cubicBezTo>
                  <a:cubicBezTo>
                    <a:pt x="1846" y="338"/>
                    <a:pt x="1923" y="379"/>
                    <a:pt x="1974" y="444"/>
                  </a:cubicBezTo>
                  <a:cubicBezTo>
                    <a:pt x="2095" y="589"/>
                    <a:pt x="2116" y="849"/>
                    <a:pt x="1944" y="971"/>
                  </a:cubicBezTo>
                  <a:cubicBezTo>
                    <a:pt x="1825" y="1055"/>
                    <a:pt x="1670" y="1093"/>
                    <a:pt x="1524" y="1109"/>
                  </a:cubicBezTo>
                  <a:cubicBezTo>
                    <a:pt x="1458" y="1117"/>
                    <a:pt x="1391" y="1121"/>
                    <a:pt x="1324" y="1121"/>
                  </a:cubicBezTo>
                  <a:cubicBezTo>
                    <a:pt x="1053" y="1121"/>
                    <a:pt x="779" y="1049"/>
                    <a:pt x="582" y="849"/>
                  </a:cubicBezTo>
                  <a:cubicBezTo>
                    <a:pt x="171" y="430"/>
                    <a:pt x="824" y="196"/>
                    <a:pt x="1247" y="196"/>
                  </a:cubicBezTo>
                  <a:cubicBezTo>
                    <a:pt x="1319" y="196"/>
                    <a:pt x="1384" y="203"/>
                    <a:pt x="1437" y="217"/>
                  </a:cubicBezTo>
                  <a:cubicBezTo>
                    <a:pt x="1442" y="218"/>
                    <a:pt x="1447" y="219"/>
                    <a:pt x="1451" y="219"/>
                  </a:cubicBezTo>
                  <a:cubicBezTo>
                    <a:pt x="1488" y="219"/>
                    <a:pt x="1493" y="168"/>
                    <a:pt x="1481" y="126"/>
                  </a:cubicBezTo>
                  <a:cubicBezTo>
                    <a:pt x="1471" y="99"/>
                    <a:pt x="1460" y="75"/>
                    <a:pt x="1440" y="68"/>
                  </a:cubicBezTo>
                  <a:cubicBezTo>
                    <a:pt x="1326" y="24"/>
                    <a:pt x="1185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41;p2"/>
          <p:cNvGrpSpPr/>
          <p:nvPr/>
        </p:nvGrpSpPr>
        <p:grpSpPr>
          <a:xfrm flipH="1">
            <a:off x="830000" y="137100"/>
            <a:ext cx="1469422" cy="1228432"/>
            <a:chOff x="-304950" y="1799125"/>
            <a:chExt cx="1469422" cy="1228432"/>
          </a:xfrm>
        </p:grpSpPr>
        <p:sp>
          <p:nvSpPr>
            <p:cNvPr id="42" name="Google Shape;42;p2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184780" y="3279159"/>
            <a:ext cx="1214145" cy="735845"/>
            <a:chOff x="478326" y="2825649"/>
            <a:chExt cx="1012293" cy="613511"/>
          </a:xfrm>
        </p:grpSpPr>
        <p:sp>
          <p:nvSpPr>
            <p:cNvPr id="57" name="Google Shape;57;p2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2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0" y="19540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 rot="10800000">
            <a:off x="3796204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2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67" name="Google Shape;67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492100" y="1547800"/>
            <a:ext cx="442250" cy="453124"/>
            <a:chOff x="918850" y="1629150"/>
            <a:chExt cx="442250" cy="453124"/>
          </a:xfrm>
        </p:grpSpPr>
        <p:sp>
          <p:nvSpPr>
            <p:cNvPr id="78" name="Google Shape;78;p2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2"/>
          <p:cNvSpPr/>
          <p:nvPr/>
        </p:nvSpPr>
        <p:spPr>
          <a:xfrm rot="4884482">
            <a:off x="268424" y="9635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830010" y="4237485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297475" y="28753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1517975" y="4132611"/>
            <a:ext cx="698732" cy="933635"/>
            <a:chOff x="1517975" y="4132611"/>
            <a:chExt cx="698732" cy="933635"/>
          </a:xfrm>
        </p:grpSpPr>
        <p:sp>
          <p:nvSpPr>
            <p:cNvPr id="95" name="Google Shape;95;p2"/>
            <p:cNvSpPr/>
            <p:nvPr/>
          </p:nvSpPr>
          <p:spPr>
            <a:xfrm>
              <a:off x="1598013" y="4490272"/>
              <a:ext cx="137847" cy="138040"/>
            </a:xfrm>
            <a:custGeom>
              <a:avLst/>
              <a:gdLst/>
              <a:ahLst/>
              <a:cxnLst/>
              <a:rect l="l" t="t" r="r" b="b"/>
              <a:pathLst>
                <a:path w="2859" h="2863" extrusionOk="0">
                  <a:moveTo>
                    <a:pt x="1429" y="0"/>
                  </a:moveTo>
                  <a:cubicBezTo>
                    <a:pt x="638" y="0"/>
                    <a:pt x="0" y="642"/>
                    <a:pt x="0" y="1429"/>
                  </a:cubicBezTo>
                  <a:cubicBezTo>
                    <a:pt x="0" y="2220"/>
                    <a:pt x="638" y="2862"/>
                    <a:pt x="1429" y="2862"/>
                  </a:cubicBezTo>
                  <a:cubicBezTo>
                    <a:pt x="2220" y="2862"/>
                    <a:pt x="2859" y="2220"/>
                    <a:pt x="2859" y="1429"/>
                  </a:cubicBezTo>
                  <a:cubicBezTo>
                    <a:pt x="2859" y="642"/>
                    <a:pt x="2220" y="0"/>
                    <a:pt x="1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932629" y="4188492"/>
              <a:ext cx="106796" cy="106748"/>
            </a:xfrm>
            <a:custGeom>
              <a:avLst/>
              <a:gdLst/>
              <a:ahLst/>
              <a:cxnLst/>
              <a:rect l="l" t="t" r="r" b="b"/>
              <a:pathLst>
                <a:path w="2215" h="2214" extrusionOk="0">
                  <a:moveTo>
                    <a:pt x="1106" y="0"/>
                  </a:moveTo>
                  <a:cubicBezTo>
                    <a:pt x="495" y="0"/>
                    <a:pt x="1" y="494"/>
                    <a:pt x="1" y="1106"/>
                  </a:cubicBezTo>
                  <a:cubicBezTo>
                    <a:pt x="1" y="1717"/>
                    <a:pt x="495" y="2214"/>
                    <a:pt x="1106" y="2214"/>
                  </a:cubicBezTo>
                  <a:cubicBezTo>
                    <a:pt x="1718" y="2214"/>
                    <a:pt x="2214" y="1717"/>
                    <a:pt x="2214" y="1106"/>
                  </a:cubicBezTo>
                  <a:cubicBezTo>
                    <a:pt x="2214" y="494"/>
                    <a:pt x="1718" y="0"/>
                    <a:pt x="11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539335" y="4751068"/>
              <a:ext cx="151250" cy="63885"/>
            </a:xfrm>
            <a:custGeom>
              <a:avLst/>
              <a:gdLst/>
              <a:ahLst/>
              <a:cxnLst/>
              <a:rect l="l" t="t" r="r" b="b"/>
              <a:pathLst>
                <a:path w="3137" h="1325" extrusionOk="0">
                  <a:moveTo>
                    <a:pt x="1252" y="0"/>
                  </a:moveTo>
                  <a:cubicBezTo>
                    <a:pt x="1197" y="0"/>
                    <a:pt x="1141" y="4"/>
                    <a:pt x="1085" y="11"/>
                  </a:cubicBezTo>
                  <a:cubicBezTo>
                    <a:pt x="1" y="156"/>
                    <a:pt x="400" y="992"/>
                    <a:pt x="1524" y="1228"/>
                  </a:cubicBezTo>
                  <a:cubicBezTo>
                    <a:pt x="1869" y="1299"/>
                    <a:pt x="2154" y="1324"/>
                    <a:pt x="2383" y="1324"/>
                  </a:cubicBezTo>
                  <a:cubicBezTo>
                    <a:pt x="2901" y="1324"/>
                    <a:pt x="3137" y="1198"/>
                    <a:pt x="3137" y="1198"/>
                  </a:cubicBezTo>
                  <a:cubicBezTo>
                    <a:pt x="3137" y="1198"/>
                    <a:pt x="2267" y="0"/>
                    <a:pt x="1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829882" y="4540367"/>
              <a:ext cx="125455" cy="87848"/>
            </a:xfrm>
            <a:custGeom>
              <a:avLst/>
              <a:gdLst/>
              <a:ahLst/>
              <a:cxnLst/>
              <a:rect l="l" t="t" r="r" b="b"/>
              <a:pathLst>
                <a:path w="2602" h="1822" extrusionOk="0">
                  <a:moveTo>
                    <a:pt x="755" y="1"/>
                  </a:moveTo>
                  <a:cubicBezTo>
                    <a:pt x="0" y="1"/>
                    <a:pt x="177" y="798"/>
                    <a:pt x="1068" y="1323"/>
                  </a:cubicBezTo>
                  <a:cubicBezTo>
                    <a:pt x="1820" y="1769"/>
                    <a:pt x="2317" y="1822"/>
                    <a:pt x="2511" y="1822"/>
                  </a:cubicBezTo>
                  <a:cubicBezTo>
                    <a:pt x="2571" y="1822"/>
                    <a:pt x="2601" y="1817"/>
                    <a:pt x="2601" y="1817"/>
                  </a:cubicBezTo>
                  <a:cubicBezTo>
                    <a:pt x="2601" y="1817"/>
                    <a:pt x="2119" y="242"/>
                    <a:pt x="1044" y="32"/>
                  </a:cubicBezTo>
                  <a:cubicBezTo>
                    <a:pt x="936" y="11"/>
                    <a:pt x="840" y="1"/>
                    <a:pt x="7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742853" y="4814857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6" y="0"/>
                  </a:moveTo>
                  <a:cubicBezTo>
                    <a:pt x="1763" y="0"/>
                    <a:pt x="1670" y="10"/>
                    <a:pt x="1565" y="30"/>
                  </a:cubicBezTo>
                  <a:cubicBezTo>
                    <a:pt x="490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9" y="1813"/>
                  </a:cubicBezTo>
                  <a:cubicBezTo>
                    <a:pt x="297" y="1813"/>
                    <a:pt x="791" y="1759"/>
                    <a:pt x="1535" y="1324"/>
                  </a:cubicBezTo>
                  <a:cubicBezTo>
                    <a:pt x="2431" y="800"/>
                    <a:pt x="2609" y="0"/>
                    <a:pt x="18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983641" y="4683036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9" y="1"/>
                  </a:moveTo>
                  <a:cubicBezTo>
                    <a:pt x="1766" y="1"/>
                    <a:pt x="1671" y="10"/>
                    <a:pt x="1566" y="30"/>
                  </a:cubicBezTo>
                  <a:cubicBezTo>
                    <a:pt x="491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8" y="1813"/>
                  </a:cubicBezTo>
                  <a:cubicBezTo>
                    <a:pt x="296" y="1813"/>
                    <a:pt x="791" y="1759"/>
                    <a:pt x="1535" y="1321"/>
                  </a:cubicBezTo>
                  <a:cubicBezTo>
                    <a:pt x="2431" y="797"/>
                    <a:pt x="2610" y="1"/>
                    <a:pt x="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517975" y="4132611"/>
              <a:ext cx="698732" cy="933635"/>
            </a:xfrm>
            <a:custGeom>
              <a:avLst/>
              <a:gdLst/>
              <a:ahLst/>
              <a:cxnLst/>
              <a:rect l="l" t="t" r="r" b="b"/>
              <a:pathLst>
                <a:path w="14492" h="19364" extrusionOk="0">
                  <a:moveTo>
                    <a:pt x="9912" y="0"/>
                  </a:moveTo>
                  <a:cubicBezTo>
                    <a:pt x="9056" y="0"/>
                    <a:pt x="8186" y="459"/>
                    <a:pt x="7688" y="1146"/>
                  </a:cubicBezTo>
                  <a:cubicBezTo>
                    <a:pt x="6969" y="2143"/>
                    <a:pt x="7270" y="3674"/>
                    <a:pt x="8401" y="4232"/>
                  </a:cubicBezTo>
                  <a:cubicBezTo>
                    <a:pt x="8764" y="4408"/>
                    <a:pt x="9190" y="4493"/>
                    <a:pt x="9619" y="4493"/>
                  </a:cubicBezTo>
                  <a:cubicBezTo>
                    <a:pt x="9643" y="4493"/>
                    <a:pt x="9666" y="4492"/>
                    <a:pt x="9689" y="4492"/>
                  </a:cubicBezTo>
                  <a:lnTo>
                    <a:pt x="9689" y="4492"/>
                  </a:lnTo>
                  <a:cubicBezTo>
                    <a:pt x="9602" y="5597"/>
                    <a:pt x="9625" y="6705"/>
                    <a:pt x="9521" y="7810"/>
                  </a:cubicBezTo>
                  <a:cubicBezTo>
                    <a:pt x="9412" y="9000"/>
                    <a:pt x="9345" y="10189"/>
                    <a:pt x="9223" y="11375"/>
                  </a:cubicBezTo>
                  <a:cubicBezTo>
                    <a:pt x="8986" y="13657"/>
                    <a:pt x="8777" y="15940"/>
                    <a:pt x="8733" y="18232"/>
                  </a:cubicBezTo>
                  <a:cubicBezTo>
                    <a:pt x="8480" y="18229"/>
                    <a:pt x="8228" y="18227"/>
                    <a:pt x="7979" y="18227"/>
                  </a:cubicBezTo>
                  <a:cubicBezTo>
                    <a:pt x="7876" y="18227"/>
                    <a:pt x="7774" y="18227"/>
                    <a:pt x="7671" y="18228"/>
                  </a:cubicBezTo>
                  <a:cubicBezTo>
                    <a:pt x="6698" y="18242"/>
                    <a:pt x="5725" y="18232"/>
                    <a:pt x="4756" y="18286"/>
                  </a:cubicBezTo>
                  <a:cubicBezTo>
                    <a:pt x="4404" y="16025"/>
                    <a:pt x="4289" y="13727"/>
                    <a:pt x="3904" y="11467"/>
                  </a:cubicBezTo>
                  <a:cubicBezTo>
                    <a:pt x="5104" y="11257"/>
                    <a:pt x="5941" y="10483"/>
                    <a:pt x="5979" y="9057"/>
                  </a:cubicBezTo>
                  <a:cubicBezTo>
                    <a:pt x="6012" y="7678"/>
                    <a:pt x="4926" y="6282"/>
                    <a:pt x="3504" y="6282"/>
                  </a:cubicBezTo>
                  <a:cubicBezTo>
                    <a:pt x="3481" y="6282"/>
                    <a:pt x="3457" y="6282"/>
                    <a:pt x="3434" y="6283"/>
                  </a:cubicBezTo>
                  <a:cubicBezTo>
                    <a:pt x="3276" y="6289"/>
                    <a:pt x="3373" y="6515"/>
                    <a:pt x="3488" y="6529"/>
                  </a:cubicBezTo>
                  <a:cubicBezTo>
                    <a:pt x="4708" y="6637"/>
                    <a:pt x="5577" y="7841"/>
                    <a:pt x="5563" y="9017"/>
                  </a:cubicBezTo>
                  <a:cubicBezTo>
                    <a:pt x="5550" y="10368"/>
                    <a:pt x="4661" y="11112"/>
                    <a:pt x="3326" y="11115"/>
                  </a:cubicBezTo>
                  <a:cubicBezTo>
                    <a:pt x="3318" y="11115"/>
                    <a:pt x="3310" y="11115"/>
                    <a:pt x="3303" y="11115"/>
                  </a:cubicBezTo>
                  <a:cubicBezTo>
                    <a:pt x="2056" y="11115"/>
                    <a:pt x="750" y="10529"/>
                    <a:pt x="656" y="9131"/>
                  </a:cubicBezTo>
                  <a:cubicBezTo>
                    <a:pt x="565" y="7746"/>
                    <a:pt x="1258" y="6715"/>
                    <a:pt x="2684" y="6506"/>
                  </a:cubicBezTo>
                  <a:cubicBezTo>
                    <a:pt x="2860" y="6482"/>
                    <a:pt x="2724" y="6252"/>
                    <a:pt x="2599" y="6245"/>
                  </a:cubicBezTo>
                  <a:cubicBezTo>
                    <a:pt x="2548" y="6243"/>
                    <a:pt x="2498" y="6241"/>
                    <a:pt x="2449" y="6241"/>
                  </a:cubicBezTo>
                  <a:cubicBezTo>
                    <a:pt x="1058" y="6241"/>
                    <a:pt x="300" y="7287"/>
                    <a:pt x="169" y="8635"/>
                  </a:cubicBezTo>
                  <a:cubicBezTo>
                    <a:pt x="1" y="10416"/>
                    <a:pt x="1319" y="11456"/>
                    <a:pt x="3015" y="11520"/>
                  </a:cubicBezTo>
                  <a:cubicBezTo>
                    <a:pt x="3071" y="11522"/>
                    <a:pt x="3126" y="11523"/>
                    <a:pt x="3180" y="11523"/>
                  </a:cubicBezTo>
                  <a:cubicBezTo>
                    <a:pt x="3346" y="11523"/>
                    <a:pt x="3506" y="11514"/>
                    <a:pt x="3664" y="11497"/>
                  </a:cubicBezTo>
                  <a:lnTo>
                    <a:pt x="3664" y="11497"/>
                  </a:lnTo>
                  <a:cubicBezTo>
                    <a:pt x="3559" y="12740"/>
                    <a:pt x="3941" y="14129"/>
                    <a:pt x="4073" y="15360"/>
                  </a:cubicBezTo>
                  <a:cubicBezTo>
                    <a:pt x="4168" y="16221"/>
                    <a:pt x="4036" y="17478"/>
                    <a:pt x="4431" y="18313"/>
                  </a:cubicBezTo>
                  <a:cubicBezTo>
                    <a:pt x="4195" y="18330"/>
                    <a:pt x="3961" y="18347"/>
                    <a:pt x="3728" y="18373"/>
                  </a:cubicBezTo>
                  <a:cubicBezTo>
                    <a:pt x="2748" y="18489"/>
                    <a:pt x="1504" y="18553"/>
                    <a:pt x="595" y="18952"/>
                  </a:cubicBezTo>
                  <a:cubicBezTo>
                    <a:pt x="527" y="18981"/>
                    <a:pt x="560" y="19121"/>
                    <a:pt x="635" y="19121"/>
                  </a:cubicBezTo>
                  <a:cubicBezTo>
                    <a:pt x="638" y="19121"/>
                    <a:pt x="640" y="19121"/>
                    <a:pt x="643" y="19120"/>
                  </a:cubicBezTo>
                  <a:cubicBezTo>
                    <a:pt x="2905" y="18774"/>
                    <a:pt x="5224" y="18541"/>
                    <a:pt x="7535" y="18541"/>
                  </a:cubicBezTo>
                  <a:cubicBezTo>
                    <a:pt x="9846" y="18541"/>
                    <a:pt x="12151" y="18774"/>
                    <a:pt x="14387" y="19361"/>
                  </a:cubicBezTo>
                  <a:cubicBezTo>
                    <a:pt x="14394" y="19362"/>
                    <a:pt x="14401" y="19363"/>
                    <a:pt x="14408" y="19363"/>
                  </a:cubicBezTo>
                  <a:cubicBezTo>
                    <a:pt x="14491" y="19363"/>
                    <a:pt x="14466" y="19210"/>
                    <a:pt x="14396" y="19181"/>
                  </a:cubicBezTo>
                  <a:cubicBezTo>
                    <a:pt x="12761" y="18512"/>
                    <a:pt x="10899" y="18292"/>
                    <a:pt x="9101" y="18242"/>
                  </a:cubicBezTo>
                  <a:cubicBezTo>
                    <a:pt x="9148" y="15917"/>
                    <a:pt x="9375" y="13605"/>
                    <a:pt x="9594" y="11291"/>
                  </a:cubicBezTo>
                  <a:cubicBezTo>
                    <a:pt x="9808" y="9054"/>
                    <a:pt x="10115" y="6729"/>
                    <a:pt x="9889" y="4478"/>
                  </a:cubicBezTo>
                  <a:cubicBezTo>
                    <a:pt x="10659" y="4411"/>
                    <a:pt x="11402" y="4056"/>
                    <a:pt x="11778" y="3397"/>
                  </a:cubicBezTo>
                  <a:cubicBezTo>
                    <a:pt x="12345" y="2407"/>
                    <a:pt x="12041" y="838"/>
                    <a:pt x="10821" y="568"/>
                  </a:cubicBezTo>
                  <a:cubicBezTo>
                    <a:pt x="10810" y="566"/>
                    <a:pt x="10799" y="564"/>
                    <a:pt x="10790" y="564"/>
                  </a:cubicBezTo>
                  <a:cubicBezTo>
                    <a:pt x="10669" y="564"/>
                    <a:pt x="10710" y="751"/>
                    <a:pt x="10798" y="798"/>
                  </a:cubicBezTo>
                  <a:cubicBezTo>
                    <a:pt x="11642" y="1261"/>
                    <a:pt x="11778" y="2650"/>
                    <a:pt x="11230" y="3377"/>
                  </a:cubicBezTo>
                  <a:cubicBezTo>
                    <a:pt x="10874" y="3847"/>
                    <a:pt x="10212" y="4095"/>
                    <a:pt x="9571" y="4095"/>
                  </a:cubicBezTo>
                  <a:cubicBezTo>
                    <a:pt x="9178" y="4095"/>
                    <a:pt x="8792" y="4002"/>
                    <a:pt x="8490" y="3809"/>
                  </a:cubicBezTo>
                  <a:cubicBezTo>
                    <a:pt x="7668" y="3285"/>
                    <a:pt x="7554" y="2099"/>
                    <a:pt x="8097" y="1345"/>
                  </a:cubicBezTo>
                  <a:cubicBezTo>
                    <a:pt x="8585" y="670"/>
                    <a:pt x="9386" y="333"/>
                    <a:pt x="10197" y="333"/>
                  </a:cubicBezTo>
                  <a:cubicBezTo>
                    <a:pt x="10410" y="333"/>
                    <a:pt x="10623" y="356"/>
                    <a:pt x="10831" y="403"/>
                  </a:cubicBezTo>
                  <a:cubicBezTo>
                    <a:pt x="10838" y="404"/>
                    <a:pt x="10844" y="405"/>
                    <a:pt x="10850" y="405"/>
                  </a:cubicBezTo>
                  <a:cubicBezTo>
                    <a:pt x="10942" y="405"/>
                    <a:pt x="10908" y="235"/>
                    <a:pt x="10842" y="203"/>
                  </a:cubicBezTo>
                  <a:cubicBezTo>
                    <a:pt x="10547" y="64"/>
                    <a:pt x="10231" y="0"/>
                    <a:pt x="9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830000" y="2346230"/>
            <a:ext cx="468336" cy="446495"/>
            <a:chOff x="984375" y="2346230"/>
            <a:chExt cx="468336" cy="446495"/>
          </a:xfrm>
        </p:grpSpPr>
        <p:sp>
          <p:nvSpPr>
            <p:cNvPr id="103" name="Google Shape;103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2501326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362925" y="3105600"/>
            <a:ext cx="212090" cy="245454"/>
          </a:xfrm>
          <a:custGeom>
            <a:avLst/>
            <a:gdLst/>
            <a:ahLst/>
            <a:cxnLst/>
            <a:rect l="l" t="t" r="r" b="b"/>
            <a:pathLst>
              <a:path w="6128" h="7092" extrusionOk="0">
                <a:moveTo>
                  <a:pt x="2717" y="1"/>
                </a:moveTo>
                <a:cubicBezTo>
                  <a:pt x="2679" y="1"/>
                  <a:pt x="2638" y="7"/>
                  <a:pt x="2596" y="20"/>
                </a:cubicBezTo>
                <a:cubicBezTo>
                  <a:pt x="2167" y="152"/>
                  <a:pt x="2528" y="1263"/>
                  <a:pt x="1886" y="2413"/>
                </a:cubicBezTo>
                <a:cubicBezTo>
                  <a:pt x="1247" y="3562"/>
                  <a:pt x="1" y="3646"/>
                  <a:pt x="54" y="4082"/>
                </a:cubicBezTo>
                <a:cubicBezTo>
                  <a:pt x="109" y="4521"/>
                  <a:pt x="1859" y="4082"/>
                  <a:pt x="2406" y="5014"/>
                </a:cubicBezTo>
                <a:cubicBezTo>
                  <a:pt x="2938" y="5923"/>
                  <a:pt x="3005" y="7092"/>
                  <a:pt x="3364" y="7092"/>
                </a:cubicBezTo>
                <a:cubicBezTo>
                  <a:pt x="3373" y="7092"/>
                  <a:pt x="3381" y="7091"/>
                  <a:pt x="3390" y="7090"/>
                </a:cubicBezTo>
                <a:cubicBezTo>
                  <a:pt x="3772" y="7036"/>
                  <a:pt x="3552" y="4903"/>
                  <a:pt x="4427" y="4356"/>
                </a:cubicBezTo>
                <a:cubicBezTo>
                  <a:pt x="5303" y="3812"/>
                  <a:pt x="6127" y="3886"/>
                  <a:pt x="6070" y="3366"/>
                </a:cubicBezTo>
                <a:cubicBezTo>
                  <a:pt x="6015" y="2845"/>
                  <a:pt x="4306" y="2825"/>
                  <a:pt x="3870" y="2169"/>
                </a:cubicBezTo>
                <a:cubicBezTo>
                  <a:pt x="3457" y="1549"/>
                  <a:pt x="3322" y="1"/>
                  <a:pt x="27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7197175" y="4475800"/>
            <a:ext cx="308250" cy="434350"/>
          </a:xfrm>
          <a:custGeom>
            <a:avLst/>
            <a:gdLst/>
            <a:ahLst/>
            <a:cxnLst/>
            <a:rect l="l" t="t" r="r" b="b"/>
            <a:pathLst>
              <a:path w="12330" h="17374" extrusionOk="0">
                <a:moveTo>
                  <a:pt x="5744" y="2943"/>
                </a:moveTo>
                <a:cubicBezTo>
                  <a:pt x="6000" y="2943"/>
                  <a:pt x="6253" y="3008"/>
                  <a:pt x="6486" y="3160"/>
                </a:cubicBezTo>
                <a:cubicBezTo>
                  <a:pt x="7064" y="3542"/>
                  <a:pt x="6932" y="4475"/>
                  <a:pt x="6557" y="4917"/>
                </a:cubicBezTo>
                <a:cubicBezTo>
                  <a:pt x="6236" y="5296"/>
                  <a:pt x="5799" y="5401"/>
                  <a:pt x="5317" y="5451"/>
                </a:cubicBezTo>
                <a:cubicBezTo>
                  <a:pt x="5119" y="5474"/>
                  <a:pt x="4907" y="5486"/>
                  <a:pt x="4688" y="5486"/>
                </a:cubicBezTo>
                <a:cubicBezTo>
                  <a:pt x="4214" y="5486"/>
                  <a:pt x="3705" y="5430"/>
                  <a:pt x="3224" y="5303"/>
                </a:cubicBezTo>
                <a:cubicBezTo>
                  <a:pt x="3411" y="4721"/>
                  <a:pt x="3711" y="4174"/>
                  <a:pt x="4087" y="3762"/>
                </a:cubicBezTo>
                <a:cubicBezTo>
                  <a:pt x="4479" y="3328"/>
                  <a:pt x="5119" y="2943"/>
                  <a:pt x="5744" y="2943"/>
                </a:cubicBezTo>
                <a:close/>
                <a:moveTo>
                  <a:pt x="7668" y="7415"/>
                </a:moveTo>
                <a:cubicBezTo>
                  <a:pt x="7916" y="7415"/>
                  <a:pt x="8150" y="7471"/>
                  <a:pt x="8341" y="7611"/>
                </a:cubicBezTo>
                <a:cubicBezTo>
                  <a:pt x="9486" y="8449"/>
                  <a:pt x="7439" y="9199"/>
                  <a:pt x="6911" y="9307"/>
                </a:cubicBezTo>
                <a:cubicBezTo>
                  <a:pt x="6670" y="9357"/>
                  <a:pt x="6423" y="9382"/>
                  <a:pt x="6177" y="9382"/>
                </a:cubicBezTo>
                <a:cubicBezTo>
                  <a:pt x="5805" y="9382"/>
                  <a:pt x="5435" y="9325"/>
                  <a:pt x="5083" y="9216"/>
                </a:cubicBezTo>
                <a:cubicBezTo>
                  <a:pt x="5330" y="8726"/>
                  <a:pt x="5685" y="8290"/>
                  <a:pt x="6117" y="7972"/>
                </a:cubicBezTo>
                <a:cubicBezTo>
                  <a:pt x="6485" y="7701"/>
                  <a:pt x="7111" y="7415"/>
                  <a:pt x="7668" y="7415"/>
                </a:cubicBezTo>
                <a:close/>
                <a:moveTo>
                  <a:pt x="9861" y="12548"/>
                </a:moveTo>
                <a:cubicBezTo>
                  <a:pt x="10332" y="12548"/>
                  <a:pt x="10823" y="12858"/>
                  <a:pt x="10639" y="13386"/>
                </a:cubicBezTo>
                <a:cubicBezTo>
                  <a:pt x="10386" y="14119"/>
                  <a:pt x="9312" y="14414"/>
                  <a:pt x="8609" y="14414"/>
                </a:cubicBezTo>
                <a:cubicBezTo>
                  <a:pt x="8589" y="14414"/>
                  <a:pt x="8570" y="14413"/>
                  <a:pt x="8550" y="14413"/>
                </a:cubicBezTo>
                <a:cubicBezTo>
                  <a:pt x="8527" y="14413"/>
                  <a:pt x="8503" y="14410"/>
                  <a:pt x="8483" y="14410"/>
                </a:cubicBezTo>
                <a:cubicBezTo>
                  <a:pt x="8513" y="14102"/>
                  <a:pt x="8588" y="13801"/>
                  <a:pt x="8716" y="13524"/>
                </a:cubicBezTo>
                <a:cubicBezTo>
                  <a:pt x="8872" y="13187"/>
                  <a:pt x="9098" y="12828"/>
                  <a:pt x="9439" y="12646"/>
                </a:cubicBezTo>
                <a:cubicBezTo>
                  <a:pt x="9563" y="12580"/>
                  <a:pt x="9711" y="12548"/>
                  <a:pt x="9861" y="12548"/>
                </a:cubicBezTo>
                <a:close/>
                <a:moveTo>
                  <a:pt x="3123" y="0"/>
                </a:moveTo>
                <a:cubicBezTo>
                  <a:pt x="3122" y="0"/>
                  <a:pt x="3121" y="0"/>
                  <a:pt x="3120" y="0"/>
                </a:cubicBezTo>
                <a:cubicBezTo>
                  <a:pt x="1112" y="48"/>
                  <a:pt x="1" y="3069"/>
                  <a:pt x="1214" y="4546"/>
                </a:cubicBezTo>
                <a:cubicBezTo>
                  <a:pt x="1549" y="4951"/>
                  <a:pt x="2065" y="5289"/>
                  <a:pt x="2664" y="5532"/>
                </a:cubicBezTo>
                <a:cubicBezTo>
                  <a:pt x="2464" y="6468"/>
                  <a:pt x="2563" y="7455"/>
                  <a:pt x="3049" y="8209"/>
                </a:cubicBezTo>
                <a:cubicBezTo>
                  <a:pt x="3411" y="8766"/>
                  <a:pt x="3931" y="9175"/>
                  <a:pt x="4522" y="9439"/>
                </a:cubicBezTo>
                <a:cubicBezTo>
                  <a:pt x="4174" y="10389"/>
                  <a:pt x="4181" y="11466"/>
                  <a:pt x="4671" y="12362"/>
                </a:cubicBezTo>
                <a:cubicBezTo>
                  <a:pt x="5313" y="13544"/>
                  <a:pt x="6648" y="14488"/>
                  <a:pt x="8034" y="14714"/>
                </a:cubicBezTo>
                <a:cubicBezTo>
                  <a:pt x="8047" y="15312"/>
                  <a:pt x="8220" y="15904"/>
                  <a:pt x="8571" y="16367"/>
                </a:cubicBezTo>
                <a:cubicBezTo>
                  <a:pt x="9169" y="17154"/>
                  <a:pt x="9912" y="17373"/>
                  <a:pt x="10724" y="17373"/>
                </a:cubicBezTo>
                <a:cubicBezTo>
                  <a:pt x="11173" y="17373"/>
                  <a:pt x="11643" y="17306"/>
                  <a:pt x="12122" y="17231"/>
                </a:cubicBezTo>
                <a:cubicBezTo>
                  <a:pt x="12329" y="17199"/>
                  <a:pt x="12214" y="16934"/>
                  <a:pt x="12047" y="16934"/>
                </a:cubicBezTo>
                <a:cubicBezTo>
                  <a:pt x="12042" y="16934"/>
                  <a:pt x="12037" y="16934"/>
                  <a:pt x="12031" y="16934"/>
                </a:cubicBezTo>
                <a:cubicBezTo>
                  <a:pt x="11605" y="16982"/>
                  <a:pt x="11179" y="17046"/>
                  <a:pt x="10767" y="17046"/>
                </a:cubicBezTo>
                <a:cubicBezTo>
                  <a:pt x="10208" y="17046"/>
                  <a:pt x="9674" y="16927"/>
                  <a:pt x="9196" y="16484"/>
                </a:cubicBezTo>
                <a:cubicBezTo>
                  <a:pt x="8713" y="16042"/>
                  <a:pt x="8480" y="15403"/>
                  <a:pt x="8466" y="14761"/>
                </a:cubicBezTo>
                <a:lnTo>
                  <a:pt x="8466" y="14761"/>
                </a:lnTo>
                <a:cubicBezTo>
                  <a:pt x="8527" y="14764"/>
                  <a:pt x="8589" y="14765"/>
                  <a:pt x="8650" y="14765"/>
                </a:cubicBezTo>
                <a:cubicBezTo>
                  <a:pt x="9094" y="14765"/>
                  <a:pt x="9533" y="14686"/>
                  <a:pt x="9946" y="14508"/>
                </a:cubicBezTo>
                <a:cubicBezTo>
                  <a:pt x="10713" y="14183"/>
                  <a:pt x="11609" y="13196"/>
                  <a:pt x="10798" y="12393"/>
                </a:cubicBezTo>
                <a:cubicBezTo>
                  <a:pt x="10589" y="12183"/>
                  <a:pt x="10331" y="12098"/>
                  <a:pt x="10064" y="12098"/>
                </a:cubicBezTo>
                <a:cubicBezTo>
                  <a:pt x="9562" y="12098"/>
                  <a:pt x="9026" y="12399"/>
                  <a:pt x="8713" y="12747"/>
                </a:cubicBezTo>
                <a:cubicBezTo>
                  <a:pt x="8318" y="13183"/>
                  <a:pt x="8101" y="13764"/>
                  <a:pt x="8047" y="14359"/>
                </a:cubicBezTo>
                <a:cubicBezTo>
                  <a:pt x="6682" y="14119"/>
                  <a:pt x="5276" y="13071"/>
                  <a:pt x="4846" y="11791"/>
                </a:cubicBezTo>
                <a:cubicBezTo>
                  <a:pt x="4607" y="11081"/>
                  <a:pt x="4661" y="10297"/>
                  <a:pt x="4924" y="9590"/>
                </a:cubicBezTo>
                <a:cubicBezTo>
                  <a:pt x="5343" y="9725"/>
                  <a:pt x="5787" y="9793"/>
                  <a:pt x="6231" y="9793"/>
                </a:cubicBezTo>
                <a:cubicBezTo>
                  <a:pt x="6987" y="9793"/>
                  <a:pt x="7743" y="9596"/>
                  <a:pt x="8371" y="9196"/>
                </a:cubicBezTo>
                <a:cubicBezTo>
                  <a:pt x="8929" y="8837"/>
                  <a:pt x="9426" y="8097"/>
                  <a:pt x="8865" y="7516"/>
                </a:cubicBezTo>
                <a:cubicBezTo>
                  <a:pt x="8558" y="7195"/>
                  <a:pt x="8089" y="7075"/>
                  <a:pt x="7622" y="7075"/>
                </a:cubicBezTo>
                <a:cubicBezTo>
                  <a:pt x="7296" y="7075"/>
                  <a:pt x="6971" y="7133"/>
                  <a:pt x="6702" y="7222"/>
                </a:cubicBezTo>
                <a:cubicBezTo>
                  <a:pt x="5796" y="7519"/>
                  <a:pt x="5094" y="8219"/>
                  <a:pt x="4681" y="9063"/>
                </a:cubicBezTo>
                <a:cubicBezTo>
                  <a:pt x="3968" y="8736"/>
                  <a:pt x="3387" y="8161"/>
                  <a:pt x="3140" y="7347"/>
                </a:cubicBezTo>
                <a:cubicBezTo>
                  <a:pt x="2985" y="6830"/>
                  <a:pt x="2998" y="6252"/>
                  <a:pt x="3120" y="5691"/>
                </a:cubicBezTo>
                <a:lnTo>
                  <a:pt x="3120" y="5691"/>
                </a:lnTo>
                <a:cubicBezTo>
                  <a:pt x="3657" y="5856"/>
                  <a:pt x="4233" y="5947"/>
                  <a:pt x="4783" y="5947"/>
                </a:cubicBezTo>
                <a:cubicBezTo>
                  <a:pt x="5500" y="5947"/>
                  <a:pt x="6175" y="5792"/>
                  <a:pt x="6668" y="5445"/>
                </a:cubicBezTo>
                <a:cubicBezTo>
                  <a:pt x="7334" y="4972"/>
                  <a:pt x="7567" y="3961"/>
                  <a:pt x="7117" y="3261"/>
                </a:cubicBezTo>
                <a:cubicBezTo>
                  <a:pt x="6808" y="2776"/>
                  <a:pt x="6260" y="2579"/>
                  <a:pt x="5700" y="2579"/>
                </a:cubicBezTo>
                <a:cubicBezTo>
                  <a:pt x="5336" y="2579"/>
                  <a:pt x="4966" y="2663"/>
                  <a:pt x="4654" y="2805"/>
                </a:cubicBezTo>
                <a:cubicBezTo>
                  <a:pt x="3745" y="3221"/>
                  <a:pt x="3076" y="4133"/>
                  <a:pt x="2765" y="5150"/>
                </a:cubicBezTo>
                <a:cubicBezTo>
                  <a:pt x="2170" y="4921"/>
                  <a:pt x="1660" y="4552"/>
                  <a:pt x="1370" y="4008"/>
                </a:cubicBezTo>
                <a:cubicBezTo>
                  <a:pt x="707" y="2762"/>
                  <a:pt x="1674" y="376"/>
                  <a:pt x="3208" y="298"/>
                </a:cubicBezTo>
                <a:cubicBezTo>
                  <a:pt x="3426" y="288"/>
                  <a:pt x="3294" y="0"/>
                  <a:pt x="312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3817653" y="4668300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" name="Google Shape;113;p2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114" name="Google Shape;114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6412996" y="206415"/>
            <a:ext cx="698711" cy="666171"/>
            <a:chOff x="984375" y="2346230"/>
            <a:chExt cx="468336" cy="446495"/>
          </a:xfrm>
        </p:grpSpPr>
        <p:sp>
          <p:nvSpPr>
            <p:cNvPr id="125" name="Google Shape;125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7409316" y="1960758"/>
            <a:ext cx="1165712" cy="731889"/>
            <a:chOff x="6925510" y="205316"/>
            <a:chExt cx="905688" cy="530354"/>
          </a:xfrm>
        </p:grpSpPr>
        <p:sp>
          <p:nvSpPr>
            <p:cNvPr id="130" name="Google Shape;130;p2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2"/>
          <p:cNvSpPr/>
          <p:nvPr/>
        </p:nvSpPr>
        <p:spPr>
          <a:xfrm>
            <a:off x="7520150" y="3045500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6637301" y="42347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6260060" y="465896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5648726" y="4158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"/>
          <p:cNvSpPr txBox="1">
            <a:spLocks noGrp="1"/>
          </p:cNvSpPr>
          <p:nvPr>
            <p:ph type="ctrTitle"/>
          </p:nvPr>
        </p:nvSpPr>
        <p:spPr>
          <a:xfrm>
            <a:off x="2173675" y="138410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2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"/>
          <p:cNvSpPr/>
          <p:nvPr/>
        </p:nvSpPr>
        <p:spPr>
          <a:xfrm rot="22">
            <a:off x="2011050" y="1747265"/>
            <a:ext cx="5040236" cy="1335521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9"/>
          <p:cNvSpPr txBox="1">
            <a:spLocks noGrp="1"/>
          </p:cNvSpPr>
          <p:nvPr>
            <p:ph type="title"/>
          </p:nvPr>
        </p:nvSpPr>
        <p:spPr>
          <a:xfrm>
            <a:off x="2146250" y="1354400"/>
            <a:ext cx="4851600" cy="17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11" name="Google Shape;511;p9"/>
          <p:cNvSpPr txBox="1">
            <a:spLocks noGrp="1"/>
          </p:cNvSpPr>
          <p:nvPr>
            <p:ph type="subTitle" idx="1"/>
          </p:nvPr>
        </p:nvSpPr>
        <p:spPr>
          <a:xfrm>
            <a:off x="1567550" y="3529584"/>
            <a:ext cx="6025200" cy="4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9"/>
          <p:cNvSpPr/>
          <p:nvPr/>
        </p:nvSpPr>
        <p:spPr>
          <a:xfrm>
            <a:off x="8579178" y="7861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9"/>
          <p:cNvSpPr/>
          <p:nvPr/>
        </p:nvSpPr>
        <p:spPr>
          <a:xfrm>
            <a:off x="816483" y="409488"/>
            <a:ext cx="933677" cy="530243"/>
          </a:xfrm>
          <a:custGeom>
            <a:avLst/>
            <a:gdLst/>
            <a:ahLst/>
            <a:cxnLst/>
            <a:rect l="l" t="t" r="r" b="b"/>
            <a:pathLst>
              <a:path w="19195" h="10901" extrusionOk="0">
                <a:moveTo>
                  <a:pt x="10311" y="1"/>
                </a:moveTo>
                <a:cubicBezTo>
                  <a:pt x="6378" y="1"/>
                  <a:pt x="2305" y="2415"/>
                  <a:pt x="0" y="5483"/>
                </a:cubicBezTo>
                <a:lnTo>
                  <a:pt x="2622" y="7052"/>
                </a:lnTo>
                <a:cubicBezTo>
                  <a:pt x="2835" y="6649"/>
                  <a:pt x="2977" y="6220"/>
                  <a:pt x="3257" y="5848"/>
                </a:cubicBezTo>
                <a:cubicBezTo>
                  <a:pt x="3558" y="5453"/>
                  <a:pt x="3917" y="5078"/>
                  <a:pt x="4288" y="4750"/>
                </a:cubicBezTo>
                <a:cubicBezTo>
                  <a:pt x="4907" y="4206"/>
                  <a:pt x="5637" y="3800"/>
                  <a:pt x="6397" y="3490"/>
                </a:cubicBezTo>
                <a:cubicBezTo>
                  <a:pt x="7606" y="3002"/>
                  <a:pt x="8893" y="2692"/>
                  <a:pt x="10192" y="2692"/>
                </a:cubicBezTo>
                <a:cubicBezTo>
                  <a:pt x="10560" y="2692"/>
                  <a:pt x="10929" y="2717"/>
                  <a:pt x="11297" y="2769"/>
                </a:cubicBezTo>
                <a:cubicBezTo>
                  <a:pt x="14906" y="3290"/>
                  <a:pt x="18147" y="6913"/>
                  <a:pt x="17123" y="10653"/>
                </a:cubicBezTo>
                <a:lnTo>
                  <a:pt x="19194" y="10900"/>
                </a:lnTo>
                <a:cubicBezTo>
                  <a:pt x="19083" y="9636"/>
                  <a:pt x="19144" y="8349"/>
                  <a:pt x="18968" y="7078"/>
                </a:cubicBezTo>
                <a:cubicBezTo>
                  <a:pt x="18792" y="5808"/>
                  <a:pt x="18224" y="4675"/>
                  <a:pt x="17481" y="3641"/>
                </a:cubicBezTo>
                <a:cubicBezTo>
                  <a:pt x="16129" y="1766"/>
                  <a:pt x="14115" y="516"/>
                  <a:pt x="11834" y="127"/>
                </a:cubicBezTo>
                <a:cubicBezTo>
                  <a:pt x="11331" y="41"/>
                  <a:pt x="10822" y="1"/>
                  <a:pt x="103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713218" y="232634"/>
            <a:ext cx="1214145" cy="707298"/>
          </a:xfrm>
          <a:custGeom>
            <a:avLst/>
            <a:gdLst/>
            <a:ahLst/>
            <a:cxnLst/>
            <a:rect l="l" t="t" r="r" b="b"/>
            <a:pathLst>
              <a:path w="24961" h="14541" extrusionOk="0">
                <a:moveTo>
                  <a:pt x="13876" y="1"/>
                </a:moveTo>
                <a:cubicBezTo>
                  <a:pt x="11718" y="1"/>
                  <a:pt x="9551" y="531"/>
                  <a:pt x="7523" y="1235"/>
                </a:cubicBezTo>
                <a:cubicBezTo>
                  <a:pt x="5904" y="1796"/>
                  <a:pt x="4268" y="2533"/>
                  <a:pt x="2964" y="3672"/>
                </a:cubicBezTo>
                <a:cubicBezTo>
                  <a:pt x="1880" y="4621"/>
                  <a:pt x="963" y="5696"/>
                  <a:pt x="1" y="6750"/>
                </a:cubicBezTo>
                <a:lnTo>
                  <a:pt x="1964" y="8684"/>
                </a:lnTo>
                <a:cubicBezTo>
                  <a:pt x="2420" y="7856"/>
                  <a:pt x="3178" y="7183"/>
                  <a:pt x="3877" y="6581"/>
                </a:cubicBezTo>
                <a:cubicBezTo>
                  <a:pt x="4836" y="5764"/>
                  <a:pt x="5847" y="5023"/>
                  <a:pt x="6969" y="4443"/>
                </a:cubicBezTo>
                <a:cubicBezTo>
                  <a:pt x="8688" y="3546"/>
                  <a:pt x="10578" y="3001"/>
                  <a:pt x="12495" y="3001"/>
                </a:cubicBezTo>
                <a:cubicBezTo>
                  <a:pt x="13201" y="3001"/>
                  <a:pt x="13910" y="3075"/>
                  <a:pt x="14616" y="3233"/>
                </a:cubicBezTo>
                <a:cubicBezTo>
                  <a:pt x="17096" y="3787"/>
                  <a:pt x="19178" y="5318"/>
                  <a:pt x="20513" y="7467"/>
                </a:cubicBezTo>
                <a:cubicBezTo>
                  <a:pt x="21753" y="9471"/>
                  <a:pt x="22189" y="12198"/>
                  <a:pt x="21689" y="14540"/>
                </a:cubicBezTo>
                <a:lnTo>
                  <a:pt x="24311" y="14286"/>
                </a:lnTo>
                <a:cubicBezTo>
                  <a:pt x="24298" y="14256"/>
                  <a:pt x="24291" y="14225"/>
                  <a:pt x="24298" y="14199"/>
                </a:cubicBezTo>
                <a:cubicBezTo>
                  <a:pt x="24960" y="11140"/>
                  <a:pt x="24923" y="8166"/>
                  <a:pt x="23287" y="5396"/>
                </a:cubicBezTo>
                <a:cubicBezTo>
                  <a:pt x="21814" y="2895"/>
                  <a:pt x="19506" y="1040"/>
                  <a:pt x="16671" y="330"/>
                </a:cubicBezTo>
                <a:cubicBezTo>
                  <a:pt x="15749" y="101"/>
                  <a:pt x="14813" y="1"/>
                  <a:pt x="138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9"/>
          <p:cNvSpPr/>
          <p:nvPr/>
        </p:nvSpPr>
        <p:spPr>
          <a:xfrm>
            <a:off x="954185" y="564113"/>
            <a:ext cx="697327" cy="362137"/>
          </a:xfrm>
          <a:custGeom>
            <a:avLst/>
            <a:gdLst/>
            <a:ahLst/>
            <a:cxnLst/>
            <a:rect l="l" t="t" r="r" b="b"/>
            <a:pathLst>
              <a:path w="14336" h="7445" extrusionOk="0">
                <a:moveTo>
                  <a:pt x="7281" y="1"/>
                </a:moveTo>
                <a:cubicBezTo>
                  <a:pt x="5940" y="1"/>
                  <a:pt x="4608" y="356"/>
                  <a:pt x="3380" y="902"/>
                </a:cubicBezTo>
                <a:cubicBezTo>
                  <a:pt x="2619" y="1237"/>
                  <a:pt x="1950" y="1703"/>
                  <a:pt x="1346" y="2271"/>
                </a:cubicBezTo>
                <a:cubicBezTo>
                  <a:pt x="799" y="2784"/>
                  <a:pt x="470" y="3440"/>
                  <a:pt x="1" y="3990"/>
                </a:cubicBezTo>
                <a:lnTo>
                  <a:pt x="1940" y="5055"/>
                </a:lnTo>
                <a:cubicBezTo>
                  <a:pt x="1940" y="5055"/>
                  <a:pt x="4024" y="2240"/>
                  <a:pt x="6947" y="2240"/>
                </a:cubicBezTo>
                <a:cubicBezTo>
                  <a:pt x="7324" y="2240"/>
                  <a:pt x="7716" y="2287"/>
                  <a:pt x="8118" y="2393"/>
                </a:cubicBezTo>
                <a:cubicBezTo>
                  <a:pt x="12690" y="3592"/>
                  <a:pt x="11322" y="7248"/>
                  <a:pt x="11322" y="7248"/>
                </a:cubicBezTo>
                <a:lnTo>
                  <a:pt x="13964" y="7444"/>
                </a:lnTo>
                <a:cubicBezTo>
                  <a:pt x="14335" y="3920"/>
                  <a:pt x="11913" y="625"/>
                  <a:pt x="8385" y="84"/>
                </a:cubicBezTo>
                <a:cubicBezTo>
                  <a:pt x="8018" y="28"/>
                  <a:pt x="7649" y="1"/>
                  <a:pt x="72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9"/>
          <p:cNvSpPr/>
          <p:nvPr/>
        </p:nvSpPr>
        <p:spPr>
          <a:xfrm>
            <a:off x="935215" y="540377"/>
            <a:ext cx="763966" cy="404310"/>
          </a:xfrm>
          <a:custGeom>
            <a:avLst/>
            <a:gdLst/>
            <a:ahLst/>
            <a:cxnLst/>
            <a:rect l="l" t="t" r="r" b="b"/>
            <a:pathLst>
              <a:path w="15706" h="8312" extrusionOk="0">
                <a:moveTo>
                  <a:pt x="7751" y="1"/>
                </a:moveTo>
                <a:cubicBezTo>
                  <a:pt x="6452" y="1"/>
                  <a:pt x="5165" y="311"/>
                  <a:pt x="3956" y="799"/>
                </a:cubicBezTo>
                <a:cubicBezTo>
                  <a:pt x="3196" y="1109"/>
                  <a:pt x="2466" y="1515"/>
                  <a:pt x="1847" y="2059"/>
                </a:cubicBezTo>
                <a:cubicBezTo>
                  <a:pt x="1476" y="2387"/>
                  <a:pt x="1117" y="2762"/>
                  <a:pt x="816" y="3157"/>
                </a:cubicBezTo>
                <a:cubicBezTo>
                  <a:pt x="536" y="3529"/>
                  <a:pt x="394" y="3958"/>
                  <a:pt x="181" y="4361"/>
                </a:cubicBezTo>
                <a:cubicBezTo>
                  <a:pt x="134" y="4448"/>
                  <a:pt x="86" y="4536"/>
                  <a:pt x="29" y="4620"/>
                </a:cubicBezTo>
                <a:cubicBezTo>
                  <a:pt x="1" y="4663"/>
                  <a:pt x="42" y="4780"/>
                  <a:pt x="93" y="4780"/>
                </a:cubicBezTo>
                <a:cubicBezTo>
                  <a:pt x="103" y="4780"/>
                  <a:pt x="113" y="4776"/>
                  <a:pt x="124" y="4766"/>
                </a:cubicBezTo>
                <a:cubicBezTo>
                  <a:pt x="219" y="4675"/>
                  <a:pt x="306" y="4580"/>
                  <a:pt x="391" y="4478"/>
                </a:cubicBezTo>
                <a:cubicBezTo>
                  <a:pt x="860" y="3928"/>
                  <a:pt x="1189" y="3272"/>
                  <a:pt x="1736" y="2759"/>
                </a:cubicBezTo>
                <a:cubicBezTo>
                  <a:pt x="2340" y="2191"/>
                  <a:pt x="3009" y="1725"/>
                  <a:pt x="3770" y="1390"/>
                </a:cubicBezTo>
                <a:cubicBezTo>
                  <a:pt x="4998" y="844"/>
                  <a:pt x="6330" y="489"/>
                  <a:pt x="7671" y="489"/>
                </a:cubicBezTo>
                <a:cubicBezTo>
                  <a:pt x="8039" y="489"/>
                  <a:pt x="8408" y="516"/>
                  <a:pt x="8775" y="572"/>
                </a:cubicBezTo>
                <a:cubicBezTo>
                  <a:pt x="12303" y="1113"/>
                  <a:pt x="14725" y="4408"/>
                  <a:pt x="14354" y="7932"/>
                </a:cubicBezTo>
                <a:cubicBezTo>
                  <a:pt x="14348" y="7993"/>
                  <a:pt x="14343" y="8057"/>
                  <a:pt x="14337" y="8118"/>
                </a:cubicBezTo>
                <a:cubicBezTo>
                  <a:pt x="14325" y="8201"/>
                  <a:pt x="14437" y="8312"/>
                  <a:pt x="14520" y="8312"/>
                </a:cubicBezTo>
                <a:cubicBezTo>
                  <a:pt x="14552" y="8312"/>
                  <a:pt x="14580" y="8295"/>
                  <a:pt x="14594" y="8254"/>
                </a:cubicBezTo>
                <a:cubicBezTo>
                  <a:pt x="14627" y="8159"/>
                  <a:pt x="14655" y="8061"/>
                  <a:pt x="14682" y="7962"/>
                </a:cubicBezTo>
                <a:cubicBezTo>
                  <a:pt x="15706" y="4222"/>
                  <a:pt x="12465" y="599"/>
                  <a:pt x="8856" y="78"/>
                </a:cubicBezTo>
                <a:cubicBezTo>
                  <a:pt x="8488" y="26"/>
                  <a:pt x="8119" y="1"/>
                  <a:pt x="775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9"/>
          <p:cNvSpPr/>
          <p:nvPr/>
        </p:nvSpPr>
        <p:spPr>
          <a:xfrm>
            <a:off x="796053" y="378601"/>
            <a:ext cx="996473" cy="589877"/>
          </a:xfrm>
          <a:custGeom>
            <a:avLst/>
            <a:gdLst/>
            <a:ahLst/>
            <a:cxnLst/>
            <a:rect l="l" t="t" r="r" b="b"/>
            <a:pathLst>
              <a:path w="20486" h="12127" extrusionOk="0">
                <a:moveTo>
                  <a:pt x="10792" y="0"/>
                </a:moveTo>
                <a:cubicBezTo>
                  <a:pt x="8875" y="0"/>
                  <a:pt x="6985" y="545"/>
                  <a:pt x="5266" y="1442"/>
                </a:cubicBezTo>
                <a:cubicBezTo>
                  <a:pt x="4144" y="2022"/>
                  <a:pt x="3133" y="2763"/>
                  <a:pt x="2174" y="3580"/>
                </a:cubicBezTo>
                <a:cubicBezTo>
                  <a:pt x="1475" y="4182"/>
                  <a:pt x="717" y="4855"/>
                  <a:pt x="261" y="5683"/>
                </a:cubicBezTo>
                <a:cubicBezTo>
                  <a:pt x="173" y="5845"/>
                  <a:pt x="92" y="6010"/>
                  <a:pt x="31" y="6186"/>
                </a:cubicBezTo>
                <a:cubicBezTo>
                  <a:pt x="1" y="6269"/>
                  <a:pt x="97" y="6371"/>
                  <a:pt x="182" y="6371"/>
                </a:cubicBezTo>
                <a:cubicBezTo>
                  <a:pt x="210" y="6371"/>
                  <a:pt x="237" y="6360"/>
                  <a:pt x="258" y="6331"/>
                </a:cubicBezTo>
                <a:cubicBezTo>
                  <a:pt x="308" y="6260"/>
                  <a:pt x="366" y="6193"/>
                  <a:pt x="420" y="6118"/>
                </a:cubicBezTo>
                <a:cubicBezTo>
                  <a:pt x="2725" y="3050"/>
                  <a:pt x="6798" y="636"/>
                  <a:pt x="10731" y="636"/>
                </a:cubicBezTo>
                <a:cubicBezTo>
                  <a:pt x="11242" y="636"/>
                  <a:pt x="11751" y="676"/>
                  <a:pt x="12254" y="762"/>
                </a:cubicBezTo>
                <a:cubicBezTo>
                  <a:pt x="14535" y="1151"/>
                  <a:pt x="16549" y="2401"/>
                  <a:pt x="17901" y="4276"/>
                </a:cubicBezTo>
                <a:cubicBezTo>
                  <a:pt x="18644" y="5310"/>
                  <a:pt x="19212" y="6443"/>
                  <a:pt x="19388" y="7713"/>
                </a:cubicBezTo>
                <a:cubicBezTo>
                  <a:pt x="19564" y="8984"/>
                  <a:pt x="19503" y="10271"/>
                  <a:pt x="19614" y="11535"/>
                </a:cubicBezTo>
                <a:cubicBezTo>
                  <a:pt x="19628" y="11691"/>
                  <a:pt x="19645" y="11843"/>
                  <a:pt x="19665" y="11998"/>
                </a:cubicBezTo>
                <a:cubicBezTo>
                  <a:pt x="19672" y="12053"/>
                  <a:pt x="19748" y="12126"/>
                  <a:pt x="19806" y="12126"/>
                </a:cubicBezTo>
                <a:cubicBezTo>
                  <a:pt x="19834" y="12126"/>
                  <a:pt x="19857" y="12110"/>
                  <a:pt x="19868" y="12070"/>
                </a:cubicBezTo>
                <a:cubicBezTo>
                  <a:pt x="19918" y="11897"/>
                  <a:pt x="19949" y="11718"/>
                  <a:pt x="19986" y="11539"/>
                </a:cubicBezTo>
                <a:cubicBezTo>
                  <a:pt x="20486" y="9197"/>
                  <a:pt x="20050" y="6470"/>
                  <a:pt x="18810" y="4466"/>
                </a:cubicBezTo>
                <a:cubicBezTo>
                  <a:pt x="17475" y="2317"/>
                  <a:pt x="15393" y="786"/>
                  <a:pt x="12913" y="232"/>
                </a:cubicBezTo>
                <a:cubicBezTo>
                  <a:pt x="12207" y="74"/>
                  <a:pt x="11498" y="0"/>
                  <a:pt x="1079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9"/>
          <p:cNvSpPr/>
          <p:nvPr/>
        </p:nvSpPr>
        <p:spPr>
          <a:xfrm>
            <a:off x="478337" y="9684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9"/>
          <p:cNvSpPr/>
          <p:nvPr/>
        </p:nvSpPr>
        <p:spPr>
          <a:xfrm>
            <a:off x="84015" y="465887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9"/>
          <p:cNvSpPr/>
          <p:nvPr/>
        </p:nvSpPr>
        <p:spPr>
          <a:xfrm>
            <a:off x="0" y="383188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9"/>
          <p:cNvSpPr/>
          <p:nvPr/>
        </p:nvSpPr>
        <p:spPr>
          <a:xfrm>
            <a:off x="780600" y="47781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9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9"/>
          <p:cNvSpPr/>
          <p:nvPr/>
        </p:nvSpPr>
        <p:spPr>
          <a:xfrm>
            <a:off x="359401" y="41294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9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9"/>
          <p:cNvSpPr/>
          <p:nvPr/>
        </p:nvSpPr>
        <p:spPr>
          <a:xfrm>
            <a:off x="7986380" y="4338152"/>
            <a:ext cx="731779" cy="711525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2" y="0"/>
                </a:moveTo>
                <a:cubicBezTo>
                  <a:pt x="3247" y="0"/>
                  <a:pt x="0" y="2876"/>
                  <a:pt x="0" y="6031"/>
                </a:cubicBezTo>
                <a:cubicBezTo>
                  <a:pt x="0" y="9187"/>
                  <a:pt x="3115" y="11775"/>
                  <a:pt x="6270" y="11775"/>
                </a:cubicBezTo>
                <a:cubicBezTo>
                  <a:pt x="9426" y="11775"/>
                  <a:pt x="12626" y="9028"/>
                  <a:pt x="12626" y="5874"/>
                </a:cubicBezTo>
                <a:cubicBezTo>
                  <a:pt x="12626" y="2717"/>
                  <a:pt x="9557" y="0"/>
                  <a:pt x="64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9"/>
          <p:cNvSpPr/>
          <p:nvPr/>
        </p:nvSpPr>
        <p:spPr>
          <a:xfrm>
            <a:off x="7965688" y="4327033"/>
            <a:ext cx="803647" cy="731889"/>
          </a:xfrm>
          <a:custGeom>
            <a:avLst/>
            <a:gdLst/>
            <a:ahLst/>
            <a:cxnLst/>
            <a:rect l="l" t="t" r="r" b="b"/>
            <a:pathLst>
              <a:path w="13866" h="12112" extrusionOk="0">
                <a:moveTo>
                  <a:pt x="6777" y="1"/>
                </a:moveTo>
                <a:cubicBezTo>
                  <a:pt x="6538" y="1"/>
                  <a:pt x="6299" y="14"/>
                  <a:pt x="6061" y="40"/>
                </a:cubicBezTo>
                <a:cubicBezTo>
                  <a:pt x="5899" y="59"/>
                  <a:pt x="5989" y="300"/>
                  <a:pt x="6113" y="312"/>
                </a:cubicBezTo>
                <a:cubicBezTo>
                  <a:pt x="8982" y="563"/>
                  <a:pt x="11936" y="1718"/>
                  <a:pt x="12620" y="4868"/>
                </a:cubicBezTo>
                <a:cubicBezTo>
                  <a:pt x="13326" y="8114"/>
                  <a:pt x="10901" y="11034"/>
                  <a:pt x="7741" y="11637"/>
                </a:cubicBezTo>
                <a:cubicBezTo>
                  <a:pt x="7365" y="11709"/>
                  <a:pt x="6985" y="11743"/>
                  <a:pt x="6606" y="11743"/>
                </a:cubicBezTo>
                <a:cubicBezTo>
                  <a:pt x="3778" y="11743"/>
                  <a:pt x="1014" y="9808"/>
                  <a:pt x="785" y="6834"/>
                </a:cubicBezTo>
                <a:cubicBezTo>
                  <a:pt x="555" y="3847"/>
                  <a:pt x="2656" y="811"/>
                  <a:pt x="5730" y="475"/>
                </a:cubicBezTo>
                <a:cubicBezTo>
                  <a:pt x="5862" y="460"/>
                  <a:pt x="5763" y="246"/>
                  <a:pt x="5659" y="244"/>
                </a:cubicBezTo>
                <a:cubicBezTo>
                  <a:pt x="5626" y="243"/>
                  <a:pt x="5594" y="243"/>
                  <a:pt x="5561" y="243"/>
                </a:cubicBezTo>
                <a:cubicBezTo>
                  <a:pt x="2938" y="243"/>
                  <a:pt x="740" y="2849"/>
                  <a:pt x="378" y="5296"/>
                </a:cubicBezTo>
                <a:cubicBezTo>
                  <a:pt x="1" y="7847"/>
                  <a:pt x="1097" y="10165"/>
                  <a:pt x="3417" y="11341"/>
                </a:cubicBezTo>
                <a:cubicBezTo>
                  <a:pt x="4440" y="11859"/>
                  <a:pt x="5511" y="12112"/>
                  <a:pt x="6571" y="12112"/>
                </a:cubicBezTo>
                <a:cubicBezTo>
                  <a:pt x="8042" y="12112"/>
                  <a:pt x="9492" y="11626"/>
                  <a:pt x="10766" y="10691"/>
                </a:cubicBezTo>
                <a:cubicBezTo>
                  <a:pt x="12937" y="9099"/>
                  <a:pt x="13866" y="6430"/>
                  <a:pt x="12822" y="3871"/>
                </a:cubicBezTo>
                <a:cubicBezTo>
                  <a:pt x="11847" y="1479"/>
                  <a:pt x="9317" y="1"/>
                  <a:pt x="67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9"/>
          <p:cNvSpPr/>
          <p:nvPr/>
        </p:nvSpPr>
        <p:spPr>
          <a:xfrm>
            <a:off x="7770241" y="4541020"/>
            <a:ext cx="1165712" cy="358331"/>
          </a:xfrm>
          <a:custGeom>
            <a:avLst/>
            <a:gdLst/>
            <a:ahLst/>
            <a:cxnLst/>
            <a:rect l="l" t="t" r="r" b="b"/>
            <a:pathLst>
              <a:path w="20113" h="5930" extrusionOk="0">
                <a:moveTo>
                  <a:pt x="16657" y="1"/>
                </a:moveTo>
                <a:cubicBezTo>
                  <a:pt x="16439" y="1"/>
                  <a:pt x="16237" y="20"/>
                  <a:pt x="16067" y="60"/>
                </a:cubicBezTo>
                <a:cubicBezTo>
                  <a:pt x="15914" y="95"/>
                  <a:pt x="16073" y="324"/>
                  <a:pt x="16180" y="325"/>
                </a:cubicBezTo>
                <a:cubicBezTo>
                  <a:pt x="16845" y="330"/>
                  <a:pt x="19241" y="410"/>
                  <a:pt x="18563" y="1628"/>
                </a:cubicBezTo>
                <a:cubicBezTo>
                  <a:pt x="18243" y="2202"/>
                  <a:pt x="17451" y="2549"/>
                  <a:pt x="16881" y="2811"/>
                </a:cubicBezTo>
                <a:cubicBezTo>
                  <a:pt x="14924" y="3710"/>
                  <a:pt x="12785" y="4282"/>
                  <a:pt x="10682" y="4712"/>
                </a:cubicBezTo>
                <a:cubicBezTo>
                  <a:pt x="8818" y="5095"/>
                  <a:pt x="6905" y="5405"/>
                  <a:pt x="5006" y="5541"/>
                </a:cubicBezTo>
                <a:cubicBezTo>
                  <a:pt x="4909" y="5547"/>
                  <a:pt x="4759" y="5553"/>
                  <a:pt x="4576" y="5553"/>
                </a:cubicBezTo>
                <a:cubicBezTo>
                  <a:pt x="3425" y="5553"/>
                  <a:pt x="955" y="5349"/>
                  <a:pt x="1947" y="4098"/>
                </a:cubicBezTo>
                <a:cubicBezTo>
                  <a:pt x="2398" y="3528"/>
                  <a:pt x="3165" y="3113"/>
                  <a:pt x="3797" y="2785"/>
                </a:cubicBezTo>
                <a:cubicBezTo>
                  <a:pt x="3898" y="2733"/>
                  <a:pt x="3795" y="2553"/>
                  <a:pt x="3700" y="2553"/>
                </a:cubicBezTo>
                <a:cubicBezTo>
                  <a:pt x="3695" y="2553"/>
                  <a:pt x="3691" y="2554"/>
                  <a:pt x="3687" y="2554"/>
                </a:cubicBezTo>
                <a:cubicBezTo>
                  <a:pt x="2393" y="2794"/>
                  <a:pt x="1" y="4784"/>
                  <a:pt x="2166" y="5597"/>
                </a:cubicBezTo>
                <a:cubicBezTo>
                  <a:pt x="2830" y="5847"/>
                  <a:pt x="3527" y="5929"/>
                  <a:pt x="4229" y="5929"/>
                </a:cubicBezTo>
                <a:cubicBezTo>
                  <a:pt x="4872" y="5929"/>
                  <a:pt x="5520" y="5860"/>
                  <a:pt x="6151" y="5786"/>
                </a:cubicBezTo>
                <a:cubicBezTo>
                  <a:pt x="7890" y="5584"/>
                  <a:pt x="9624" y="5329"/>
                  <a:pt x="11337" y="4961"/>
                </a:cubicBezTo>
                <a:cubicBezTo>
                  <a:pt x="12763" y="4653"/>
                  <a:pt x="14174" y="4268"/>
                  <a:pt x="15547" y="3774"/>
                </a:cubicBezTo>
                <a:cubicBezTo>
                  <a:pt x="16593" y="3399"/>
                  <a:pt x="17822" y="2999"/>
                  <a:pt x="18648" y="2205"/>
                </a:cubicBezTo>
                <a:cubicBezTo>
                  <a:pt x="20112" y="800"/>
                  <a:pt x="18053" y="1"/>
                  <a:pt x="166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9"/>
          <p:cNvSpPr/>
          <p:nvPr/>
        </p:nvSpPr>
        <p:spPr>
          <a:xfrm>
            <a:off x="8340235" y="4452730"/>
            <a:ext cx="81373" cy="76621"/>
          </a:xfrm>
          <a:custGeom>
            <a:avLst/>
            <a:gdLst/>
            <a:ahLst/>
            <a:cxnLst/>
            <a:rect l="l" t="t" r="r" b="b"/>
            <a:pathLst>
              <a:path w="1404" h="1268" extrusionOk="0">
                <a:moveTo>
                  <a:pt x="853" y="427"/>
                </a:moveTo>
                <a:lnTo>
                  <a:pt x="853" y="427"/>
                </a:lnTo>
                <a:cubicBezTo>
                  <a:pt x="853" y="427"/>
                  <a:pt x="859" y="430"/>
                  <a:pt x="873" y="436"/>
                </a:cubicBezTo>
                <a:cubicBezTo>
                  <a:pt x="872" y="435"/>
                  <a:pt x="871" y="435"/>
                  <a:pt x="870" y="434"/>
                </a:cubicBezTo>
                <a:lnTo>
                  <a:pt x="870" y="434"/>
                </a:lnTo>
                <a:cubicBezTo>
                  <a:pt x="860" y="430"/>
                  <a:pt x="853" y="427"/>
                  <a:pt x="853" y="427"/>
                </a:cubicBezTo>
                <a:close/>
                <a:moveTo>
                  <a:pt x="486" y="0"/>
                </a:moveTo>
                <a:cubicBezTo>
                  <a:pt x="213" y="0"/>
                  <a:pt x="1" y="394"/>
                  <a:pt x="25" y="636"/>
                </a:cubicBezTo>
                <a:cubicBezTo>
                  <a:pt x="60" y="1003"/>
                  <a:pt x="440" y="1243"/>
                  <a:pt x="781" y="1266"/>
                </a:cubicBezTo>
                <a:cubicBezTo>
                  <a:pt x="797" y="1267"/>
                  <a:pt x="812" y="1267"/>
                  <a:pt x="827" y="1267"/>
                </a:cubicBezTo>
                <a:cubicBezTo>
                  <a:pt x="1087" y="1267"/>
                  <a:pt x="1323" y="1108"/>
                  <a:pt x="1360" y="835"/>
                </a:cubicBezTo>
                <a:cubicBezTo>
                  <a:pt x="1404" y="523"/>
                  <a:pt x="1159" y="276"/>
                  <a:pt x="871" y="210"/>
                </a:cubicBezTo>
                <a:cubicBezTo>
                  <a:pt x="862" y="208"/>
                  <a:pt x="854" y="207"/>
                  <a:pt x="847" y="207"/>
                </a:cubicBezTo>
                <a:cubicBezTo>
                  <a:pt x="746" y="207"/>
                  <a:pt x="793" y="399"/>
                  <a:pt x="870" y="434"/>
                </a:cubicBezTo>
                <a:lnTo>
                  <a:pt x="870" y="434"/>
                </a:lnTo>
                <a:cubicBezTo>
                  <a:pt x="894" y="444"/>
                  <a:pt x="936" y="462"/>
                  <a:pt x="946" y="469"/>
                </a:cubicBezTo>
                <a:cubicBezTo>
                  <a:pt x="1003" y="507"/>
                  <a:pt x="1041" y="545"/>
                  <a:pt x="1061" y="612"/>
                </a:cubicBezTo>
                <a:cubicBezTo>
                  <a:pt x="1079" y="677"/>
                  <a:pt x="1070" y="747"/>
                  <a:pt x="1041" y="806"/>
                </a:cubicBezTo>
                <a:cubicBezTo>
                  <a:pt x="984" y="924"/>
                  <a:pt x="872" y="972"/>
                  <a:pt x="753" y="972"/>
                </a:cubicBezTo>
                <a:cubicBezTo>
                  <a:pt x="710" y="972"/>
                  <a:pt x="666" y="965"/>
                  <a:pt x="623" y="953"/>
                </a:cubicBezTo>
                <a:cubicBezTo>
                  <a:pt x="416" y="896"/>
                  <a:pt x="247" y="740"/>
                  <a:pt x="332" y="516"/>
                </a:cubicBezTo>
                <a:cubicBezTo>
                  <a:pt x="396" y="353"/>
                  <a:pt x="615" y="276"/>
                  <a:pt x="618" y="99"/>
                </a:cubicBezTo>
                <a:cubicBezTo>
                  <a:pt x="618" y="67"/>
                  <a:pt x="608" y="24"/>
                  <a:pt x="574" y="14"/>
                </a:cubicBezTo>
                <a:cubicBezTo>
                  <a:pt x="544" y="5"/>
                  <a:pt x="515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8481256" y="4472793"/>
            <a:ext cx="106643" cy="85020"/>
          </a:xfrm>
          <a:custGeom>
            <a:avLst/>
            <a:gdLst/>
            <a:ahLst/>
            <a:cxnLst/>
            <a:rect l="l" t="t" r="r" b="b"/>
            <a:pathLst>
              <a:path w="1840" h="1407" extrusionOk="0">
                <a:moveTo>
                  <a:pt x="493" y="1"/>
                </a:moveTo>
                <a:cubicBezTo>
                  <a:pt x="211" y="1"/>
                  <a:pt x="0" y="306"/>
                  <a:pt x="28" y="579"/>
                </a:cubicBezTo>
                <a:cubicBezTo>
                  <a:pt x="59" y="897"/>
                  <a:pt x="297" y="1181"/>
                  <a:pt x="580" y="1314"/>
                </a:cubicBezTo>
                <a:cubicBezTo>
                  <a:pt x="706" y="1373"/>
                  <a:pt x="855" y="1406"/>
                  <a:pt x="1003" y="1406"/>
                </a:cubicBezTo>
                <a:cubicBezTo>
                  <a:pt x="1226" y="1406"/>
                  <a:pt x="1447" y="1331"/>
                  <a:pt x="1587" y="1157"/>
                </a:cubicBezTo>
                <a:cubicBezTo>
                  <a:pt x="1840" y="841"/>
                  <a:pt x="1576" y="383"/>
                  <a:pt x="1222" y="290"/>
                </a:cubicBezTo>
                <a:cubicBezTo>
                  <a:pt x="1216" y="288"/>
                  <a:pt x="1211" y="287"/>
                  <a:pt x="1206" y="287"/>
                </a:cubicBezTo>
                <a:cubicBezTo>
                  <a:pt x="1147" y="287"/>
                  <a:pt x="1170" y="407"/>
                  <a:pt x="1194" y="434"/>
                </a:cubicBezTo>
                <a:cubicBezTo>
                  <a:pt x="1298" y="551"/>
                  <a:pt x="1444" y="672"/>
                  <a:pt x="1392" y="845"/>
                </a:cubicBezTo>
                <a:cubicBezTo>
                  <a:pt x="1363" y="942"/>
                  <a:pt x="1279" y="1012"/>
                  <a:pt x="1193" y="1054"/>
                </a:cubicBezTo>
                <a:cubicBezTo>
                  <a:pt x="1109" y="1096"/>
                  <a:pt x="1014" y="1117"/>
                  <a:pt x="919" y="1117"/>
                </a:cubicBezTo>
                <a:cubicBezTo>
                  <a:pt x="765" y="1117"/>
                  <a:pt x="610" y="1064"/>
                  <a:pt x="496" y="966"/>
                </a:cubicBezTo>
                <a:cubicBezTo>
                  <a:pt x="366" y="853"/>
                  <a:pt x="264" y="666"/>
                  <a:pt x="315" y="491"/>
                </a:cubicBezTo>
                <a:cubicBezTo>
                  <a:pt x="368" y="303"/>
                  <a:pt x="567" y="308"/>
                  <a:pt x="650" y="166"/>
                </a:cubicBezTo>
                <a:cubicBezTo>
                  <a:pt x="679" y="116"/>
                  <a:pt x="664" y="33"/>
                  <a:pt x="603" y="16"/>
                </a:cubicBezTo>
                <a:cubicBezTo>
                  <a:pt x="565" y="6"/>
                  <a:pt x="528" y="1"/>
                  <a:pt x="49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9"/>
          <p:cNvSpPr/>
          <p:nvPr/>
        </p:nvSpPr>
        <p:spPr>
          <a:xfrm>
            <a:off x="8515511" y="4618855"/>
            <a:ext cx="74650" cy="64294"/>
          </a:xfrm>
          <a:custGeom>
            <a:avLst/>
            <a:gdLst/>
            <a:ahLst/>
            <a:cxnLst/>
            <a:rect l="l" t="t" r="r" b="b"/>
            <a:pathLst>
              <a:path w="1288" h="1064" extrusionOk="0">
                <a:moveTo>
                  <a:pt x="371" y="0"/>
                </a:moveTo>
                <a:cubicBezTo>
                  <a:pt x="166" y="0"/>
                  <a:pt x="22" y="154"/>
                  <a:pt x="11" y="383"/>
                </a:cubicBezTo>
                <a:cubicBezTo>
                  <a:pt x="1" y="620"/>
                  <a:pt x="135" y="869"/>
                  <a:pt x="342" y="984"/>
                </a:cubicBezTo>
                <a:cubicBezTo>
                  <a:pt x="436" y="1037"/>
                  <a:pt x="550" y="1064"/>
                  <a:pt x="666" y="1064"/>
                </a:cubicBezTo>
                <a:cubicBezTo>
                  <a:pt x="826" y="1064"/>
                  <a:pt x="988" y="1011"/>
                  <a:pt x="1097" y="902"/>
                </a:cubicBezTo>
                <a:cubicBezTo>
                  <a:pt x="1288" y="711"/>
                  <a:pt x="1163" y="430"/>
                  <a:pt x="948" y="322"/>
                </a:cubicBezTo>
                <a:cubicBezTo>
                  <a:pt x="943" y="320"/>
                  <a:pt x="938" y="318"/>
                  <a:pt x="933" y="318"/>
                </a:cubicBezTo>
                <a:cubicBezTo>
                  <a:pt x="896" y="318"/>
                  <a:pt x="896" y="408"/>
                  <a:pt x="912" y="429"/>
                </a:cubicBezTo>
                <a:cubicBezTo>
                  <a:pt x="1046" y="605"/>
                  <a:pt x="962" y="725"/>
                  <a:pt x="768" y="786"/>
                </a:cubicBezTo>
                <a:cubicBezTo>
                  <a:pt x="711" y="804"/>
                  <a:pt x="648" y="815"/>
                  <a:pt x="585" y="815"/>
                </a:cubicBezTo>
                <a:cubicBezTo>
                  <a:pt x="491" y="815"/>
                  <a:pt x="398" y="791"/>
                  <a:pt x="329" y="729"/>
                </a:cubicBezTo>
                <a:cubicBezTo>
                  <a:pt x="103" y="527"/>
                  <a:pt x="218" y="201"/>
                  <a:pt x="490" y="134"/>
                </a:cubicBezTo>
                <a:cubicBezTo>
                  <a:pt x="531" y="124"/>
                  <a:pt x="525" y="25"/>
                  <a:pt x="486" y="16"/>
                </a:cubicBezTo>
                <a:cubicBezTo>
                  <a:pt x="446" y="5"/>
                  <a:pt x="408" y="0"/>
                  <a:pt x="3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9"/>
          <p:cNvSpPr/>
          <p:nvPr/>
        </p:nvSpPr>
        <p:spPr>
          <a:xfrm>
            <a:off x="8018150" y="6604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9"/>
          <p:cNvSpPr/>
          <p:nvPr/>
        </p:nvSpPr>
        <p:spPr>
          <a:xfrm>
            <a:off x="7150151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9"/>
          <p:cNvSpPr/>
          <p:nvPr/>
        </p:nvSpPr>
        <p:spPr>
          <a:xfrm>
            <a:off x="8463501" y="23263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9"/>
          <p:cNvSpPr/>
          <p:nvPr/>
        </p:nvSpPr>
        <p:spPr>
          <a:xfrm>
            <a:off x="1097326" y="11190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ONLY_4_1"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6" name="Google Shape;2656;p55"/>
          <p:cNvGrpSpPr/>
          <p:nvPr/>
        </p:nvGrpSpPr>
        <p:grpSpPr>
          <a:xfrm>
            <a:off x="7842664" y="539498"/>
            <a:ext cx="860132" cy="881281"/>
            <a:chOff x="918850" y="1629150"/>
            <a:chExt cx="442250" cy="453124"/>
          </a:xfrm>
        </p:grpSpPr>
        <p:sp>
          <p:nvSpPr>
            <p:cNvPr id="2657" name="Google Shape;2657;p55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5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5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5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5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5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5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5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5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5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5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5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9" name="Google Shape;2669;p55"/>
          <p:cNvSpPr/>
          <p:nvPr/>
        </p:nvSpPr>
        <p:spPr>
          <a:xfrm>
            <a:off x="8195000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0" name="Google Shape;2670;p55"/>
          <p:cNvSpPr/>
          <p:nvPr/>
        </p:nvSpPr>
        <p:spPr>
          <a:xfrm rot="2209237">
            <a:off x="8773029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1" name="Google Shape;2671;p55"/>
          <p:cNvSpPr/>
          <p:nvPr/>
        </p:nvSpPr>
        <p:spPr>
          <a:xfrm rot="2209237">
            <a:off x="7501079" y="1050061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2" name="Google Shape;2672;p55"/>
          <p:cNvSpPr/>
          <p:nvPr/>
        </p:nvSpPr>
        <p:spPr>
          <a:xfrm>
            <a:off x="7535850" y="442263"/>
            <a:ext cx="268173" cy="194470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3" name="Google Shape;2673;p55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4" name="Google Shape;2674;p55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5" name="Google Shape;2675;p55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6" name="Google Shape;2676;p55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7" name="Google Shape;2677;p55"/>
          <p:cNvSpPr/>
          <p:nvPr/>
        </p:nvSpPr>
        <p:spPr>
          <a:xfrm flipH="1">
            <a:off x="383795" y="2922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8" name="Google Shape;2678;p55"/>
          <p:cNvSpPr/>
          <p:nvPr/>
        </p:nvSpPr>
        <p:spPr>
          <a:xfrm flipH="1">
            <a:off x="8773026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">
    <p:spTree>
      <p:nvGrpSpPr>
        <p:cNvPr id="1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56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1" name="Google Shape;2681;p56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2" name="Google Shape;2682;p56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3" name="Google Shape;2683;p56"/>
          <p:cNvSpPr/>
          <p:nvPr/>
        </p:nvSpPr>
        <p:spPr>
          <a:xfrm>
            <a:off x="0" y="14206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4" name="Google Shape;2684;p56"/>
          <p:cNvSpPr/>
          <p:nvPr/>
        </p:nvSpPr>
        <p:spPr>
          <a:xfrm rot="10800000">
            <a:off x="5688479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5" name="Google Shape;2685;p56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2686" name="Google Shape;2686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6" name="Google Shape;2696;p56"/>
          <p:cNvGrpSpPr/>
          <p:nvPr/>
        </p:nvGrpSpPr>
        <p:grpSpPr>
          <a:xfrm>
            <a:off x="8425263" y="4599425"/>
            <a:ext cx="442250" cy="453124"/>
            <a:chOff x="918850" y="1629150"/>
            <a:chExt cx="442250" cy="453124"/>
          </a:xfrm>
        </p:grpSpPr>
        <p:sp>
          <p:nvSpPr>
            <p:cNvPr id="2697" name="Google Shape;2697;p56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6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6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6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6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56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6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6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6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56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56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9" name="Google Shape;2709;p56"/>
          <p:cNvSpPr/>
          <p:nvPr/>
        </p:nvSpPr>
        <p:spPr>
          <a:xfrm rot="4884482">
            <a:off x="1482574" y="3223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0" name="Google Shape;2710;p56"/>
          <p:cNvSpPr/>
          <p:nvPr/>
        </p:nvSpPr>
        <p:spPr>
          <a:xfrm>
            <a:off x="579560" y="338741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56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2" name="Google Shape;2712;p56"/>
          <p:cNvGrpSpPr/>
          <p:nvPr/>
        </p:nvGrpSpPr>
        <p:grpSpPr>
          <a:xfrm>
            <a:off x="835688" y="2346230"/>
            <a:ext cx="468336" cy="446495"/>
            <a:chOff x="984375" y="2346230"/>
            <a:chExt cx="468336" cy="446495"/>
          </a:xfrm>
        </p:grpSpPr>
        <p:sp>
          <p:nvSpPr>
            <p:cNvPr id="2713" name="Google Shape;2713;p56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6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6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6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7" name="Google Shape;2717;p56"/>
          <p:cNvSpPr/>
          <p:nvPr/>
        </p:nvSpPr>
        <p:spPr>
          <a:xfrm>
            <a:off x="1788828" y="4656375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8" name="Google Shape;2718;p56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9" name="Google Shape;2719;p56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2720" name="Google Shape;2720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0" name="Google Shape;2730;p56"/>
          <p:cNvSpPr/>
          <p:nvPr/>
        </p:nvSpPr>
        <p:spPr>
          <a:xfrm>
            <a:off x="6887410" y="702048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1" name="Google Shape;2731;p56"/>
          <p:cNvSpPr/>
          <p:nvPr/>
        </p:nvSpPr>
        <p:spPr>
          <a:xfrm>
            <a:off x="4255863" y="5419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_2_1"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57"/>
          <p:cNvSpPr/>
          <p:nvPr/>
        </p:nvSpPr>
        <p:spPr>
          <a:xfrm flipH="1">
            <a:off x="8382696" y="357350"/>
            <a:ext cx="761305" cy="1171125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4" name="Google Shape;2734;p57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5" name="Google Shape;2735;p57"/>
          <p:cNvSpPr/>
          <p:nvPr/>
        </p:nvSpPr>
        <p:spPr>
          <a:xfrm flipH="1">
            <a:off x="8687009" y="185323"/>
            <a:ext cx="297142" cy="293755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6" name="Google Shape;2736;p57"/>
          <p:cNvSpPr/>
          <p:nvPr/>
        </p:nvSpPr>
        <p:spPr>
          <a:xfrm flipH="1">
            <a:off x="8143478" y="1017363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7" name="Google Shape;2737;p57"/>
          <p:cNvSpPr/>
          <p:nvPr/>
        </p:nvSpPr>
        <p:spPr>
          <a:xfrm flipH="1">
            <a:off x="8658430" y="1399716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8" name="Google Shape;2738;p57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57"/>
          <p:cNvSpPr/>
          <p:nvPr/>
        </p:nvSpPr>
        <p:spPr>
          <a:xfrm flipH="1">
            <a:off x="8704363" y="4728450"/>
            <a:ext cx="149925" cy="139300"/>
          </a:xfrm>
          <a:custGeom>
            <a:avLst/>
            <a:gdLst/>
            <a:ahLst/>
            <a:cxnLst/>
            <a:rect l="l" t="t" r="r" b="b"/>
            <a:pathLst>
              <a:path w="5997" h="5572" extrusionOk="0">
                <a:moveTo>
                  <a:pt x="2361" y="0"/>
                </a:moveTo>
                <a:cubicBezTo>
                  <a:pt x="2319" y="0"/>
                  <a:pt x="2277" y="6"/>
                  <a:pt x="2234" y="18"/>
                </a:cubicBezTo>
                <a:cubicBezTo>
                  <a:pt x="1874" y="119"/>
                  <a:pt x="2093" y="1897"/>
                  <a:pt x="2093" y="1897"/>
                </a:cubicBezTo>
                <a:cubicBezTo>
                  <a:pt x="2093" y="1897"/>
                  <a:pt x="1" y="2502"/>
                  <a:pt x="35" y="2820"/>
                </a:cubicBezTo>
                <a:cubicBezTo>
                  <a:pt x="72" y="3140"/>
                  <a:pt x="2059" y="3566"/>
                  <a:pt x="2059" y="3566"/>
                </a:cubicBezTo>
                <a:cubicBezTo>
                  <a:pt x="2059" y="3566"/>
                  <a:pt x="1704" y="5341"/>
                  <a:pt x="2093" y="5553"/>
                </a:cubicBezTo>
                <a:cubicBezTo>
                  <a:pt x="2115" y="5565"/>
                  <a:pt x="2140" y="5571"/>
                  <a:pt x="2167" y="5571"/>
                </a:cubicBezTo>
                <a:cubicBezTo>
                  <a:pt x="2608" y="5571"/>
                  <a:pt x="3583" y="4026"/>
                  <a:pt x="3583" y="4026"/>
                </a:cubicBezTo>
                <a:cubicBezTo>
                  <a:pt x="3583" y="4026"/>
                  <a:pt x="4679" y="4585"/>
                  <a:pt x="5273" y="4585"/>
                </a:cubicBezTo>
                <a:cubicBezTo>
                  <a:pt x="5428" y="4585"/>
                  <a:pt x="5549" y="4547"/>
                  <a:pt x="5608" y="4452"/>
                </a:cubicBezTo>
                <a:cubicBezTo>
                  <a:pt x="5891" y="3992"/>
                  <a:pt x="4647" y="2792"/>
                  <a:pt x="4647" y="2792"/>
                </a:cubicBezTo>
                <a:cubicBezTo>
                  <a:pt x="4647" y="2792"/>
                  <a:pt x="5996" y="1543"/>
                  <a:pt x="5820" y="1225"/>
                </a:cubicBezTo>
                <a:cubicBezTo>
                  <a:pt x="5786" y="1163"/>
                  <a:pt x="5689" y="1138"/>
                  <a:pt x="5554" y="1138"/>
                </a:cubicBezTo>
                <a:cubicBezTo>
                  <a:pt x="4989" y="1138"/>
                  <a:pt x="3762" y="1579"/>
                  <a:pt x="3762" y="1579"/>
                </a:cubicBezTo>
                <a:cubicBezTo>
                  <a:pt x="3762" y="1579"/>
                  <a:pt x="3067" y="0"/>
                  <a:pt x="236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0" name="Google Shape;2740;p57"/>
          <p:cNvGrpSpPr/>
          <p:nvPr/>
        </p:nvGrpSpPr>
        <p:grpSpPr>
          <a:xfrm rot="-932503">
            <a:off x="7539588" y="370388"/>
            <a:ext cx="1146642" cy="694934"/>
            <a:chOff x="478326" y="2825649"/>
            <a:chExt cx="1012293" cy="613511"/>
          </a:xfrm>
        </p:grpSpPr>
        <p:sp>
          <p:nvSpPr>
            <p:cNvPr id="2741" name="Google Shape;2741;p57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7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7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7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7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6" name="Google Shape;2746;p57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7" name="Google Shape;2747;p57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8" name="Google Shape;2748;p57"/>
          <p:cNvSpPr/>
          <p:nvPr/>
        </p:nvSpPr>
        <p:spPr>
          <a:xfrm flipH="1">
            <a:off x="783813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2749;p57"/>
          <p:cNvSpPr/>
          <p:nvPr/>
        </p:nvSpPr>
        <p:spPr>
          <a:xfrm rot="-2209237" flipH="1">
            <a:off x="205787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0" name="Google Shape;2750;p57"/>
          <p:cNvGrpSpPr/>
          <p:nvPr/>
        </p:nvGrpSpPr>
        <p:grpSpPr>
          <a:xfrm flipH="1">
            <a:off x="617852" y="733926"/>
            <a:ext cx="903988" cy="755732"/>
            <a:chOff x="-304950" y="1799125"/>
            <a:chExt cx="1469422" cy="1228432"/>
          </a:xfrm>
        </p:grpSpPr>
        <p:sp>
          <p:nvSpPr>
            <p:cNvPr id="2751" name="Google Shape;2751;p57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7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7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7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7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7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7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7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7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7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7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7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7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7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5" name="Google Shape;2765;p57"/>
          <p:cNvGrpSpPr/>
          <p:nvPr/>
        </p:nvGrpSpPr>
        <p:grpSpPr>
          <a:xfrm>
            <a:off x="713222" y="3764704"/>
            <a:ext cx="976966" cy="613408"/>
            <a:chOff x="6925510" y="205316"/>
            <a:chExt cx="905688" cy="530354"/>
          </a:xfrm>
        </p:grpSpPr>
        <p:sp>
          <p:nvSpPr>
            <p:cNvPr id="2766" name="Google Shape;2766;p57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7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7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7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7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7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701" r:id="rId4"/>
    <p:sldLayoutId id="2147483702" r:id="rId5"/>
    <p:sldLayoutId id="214748370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p60"/>
          <p:cNvSpPr txBox="1">
            <a:spLocks noGrp="1"/>
          </p:cNvSpPr>
          <p:nvPr>
            <p:ph type="ctrTitle"/>
          </p:nvPr>
        </p:nvSpPr>
        <p:spPr>
          <a:xfrm>
            <a:off x="2173650" y="148316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 smtClean="0"/>
              <a:t>Python</a:t>
            </a:r>
            <a:r>
              <a:rPr lang="en" sz="6000" dirty="0" smtClean="0"/>
              <a:t/>
            </a:r>
            <a:br>
              <a:rPr lang="en" sz="6000" dirty="0" smtClean="0"/>
            </a:br>
            <a:r>
              <a:rPr lang="en" sz="3200" dirty="0" smtClean="0"/>
              <a:t>week 8</a:t>
            </a:r>
            <a:endParaRPr sz="3200" dirty="0"/>
          </a:p>
        </p:txBody>
      </p:sp>
      <p:sp>
        <p:nvSpPr>
          <p:cNvPr id="2781" name="Google Shape;2781;p60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Canberra Chinese School Sem1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Review (While loops)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1992333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3600" dirty="0" smtClean="0">
                <a:solidFill>
                  <a:schemeClr val="tx1"/>
                </a:solidFill>
              </a:rPr>
              <a:t>while condition</a:t>
            </a:r>
            <a:r>
              <a:rPr lang="en-AU" sz="3600" dirty="0" smtClean="0">
                <a:solidFill>
                  <a:schemeClr val="tx1"/>
                </a:solidFill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sz="3600" dirty="0">
                <a:solidFill>
                  <a:schemeClr val="tx1"/>
                </a:solidFill>
              </a:rPr>
              <a:t>	</a:t>
            </a:r>
            <a:r>
              <a:rPr lang="en-AU" sz="3600" dirty="0" smtClean="0">
                <a:solidFill>
                  <a:schemeClr val="tx1"/>
                </a:solidFill>
              </a:rPr>
              <a:t>repeats something while 	the condition is true</a:t>
            </a:r>
          </a:p>
        </p:txBody>
      </p:sp>
    </p:spTree>
    <p:extLst>
      <p:ext uri="{BB962C8B-B14F-4D97-AF65-F5344CB8AC3E}">
        <p14:creationId xmlns:p14="http://schemas.microsoft.com/office/powerpoint/2010/main" val="238260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While loops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886602"/>
          </a:xfrm>
          <a:prstGeom prst="rect">
            <a:avLst/>
          </a:prstGeom>
        </p:spPr>
      </p:pic>
      <p:sp>
        <p:nvSpPr>
          <p:cNvPr id="6" name="Google Shape;3209;p76"/>
          <p:cNvSpPr txBox="1">
            <a:spLocks/>
          </p:cNvSpPr>
          <p:nvPr/>
        </p:nvSpPr>
        <p:spPr>
          <a:xfrm>
            <a:off x="5494664" y="1600622"/>
            <a:ext cx="6229432" cy="2607629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A. 4 3 2 1 0</a:t>
            </a:r>
          </a:p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B. 5 4 3 2 1 0</a:t>
            </a:r>
          </a:p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C. 4 3 2 1</a:t>
            </a:r>
          </a:p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D. 4 3 2 1 0</a:t>
            </a:r>
          </a:p>
          <a:p>
            <a:pPr marL="0" indent="0" algn="l">
              <a:spcAft>
                <a:spcPts val="1200"/>
              </a:spcAft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Answer: 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876" y="1399276"/>
            <a:ext cx="3362794" cy="3010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81338" y="3910413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4268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For loops (Review)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1853964" y="3456992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This “something” repeats n times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1992333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600" dirty="0" smtClean="0">
                <a:solidFill>
                  <a:schemeClr val="tx1"/>
                </a:solidFill>
              </a:rPr>
              <a:t>for x in range(n):</a:t>
            </a:r>
            <a:endParaRPr lang="en-AU" sz="3600" dirty="0" smtClean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sz="3600" dirty="0">
                <a:solidFill>
                  <a:schemeClr val="tx1"/>
                </a:solidFill>
              </a:rPr>
              <a:t>	</a:t>
            </a:r>
            <a:r>
              <a:rPr lang="en-AU" sz="3600" dirty="0" smtClean="0">
                <a:solidFill>
                  <a:schemeClr val="tx1"/>
                </a:solidFill>
              </a:rPr>
              <a:t>do something</a:t>
            </a:r>
          </a:p>
        </p:txBody>
      </p:sp>
    </p:spTree>
    <p:extLst>
      <p:ext uri="{BB962C8B-B14F-4D97-AF65-F5344CB8AC3E}">
        <p14:creationId xmlns:p14="http://schemas.microsoft.com/office/powerpoint/2010/main" val="294098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For loops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886602"/>
          </a:xfrm>
          <a:prstGeom prst="rect">
            <a:avLst/>
          </a:prstGeom>
        </p:spPr>
      </p:pic>
      <p:sp>
        <p:nvSpPr>
          <p:cNvPr id="6" name="Google Shape;3209;p76"/>
          <p:cNvSpPr txBox="1">
            <a:spLocks/>
          </p:cNvSpPr>
          <p:nvPr/>
        </p:nvSpPr>
        <p:spPr>
          <a:xfrm>
            <a:off x="5486869" y="1528495"/>
            <a:ext cx="6229432" cy="2607629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A. 1 2 3 4</a:t>
            </a:r>
          </a:p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B. 0 1 2 3</a:t>
            </a:r>
          </a:p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C. 2 4 6 8</a:t>
            </a:r>
          </a:p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D. 0 2 4 6</a:t>
            </a:r>
          </a:p>
          <a:p>
            <a:pPr marL="0" indent="0" algn="l">
              <a:spcAft>
                <a:spcPts val="1200"/>
              </a:spcAft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Answer: 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81338" y="3910413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207" y="2021525"/>
            <a:ext cx="4305901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53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Review exercise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886602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1999623" y="1325100"/>
            <a:ext cx="6229432" cy="2607629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US" sz="3200" dirty="0" smtClean="0">
                <a:solidFill>
                  <a:schemeClr val="tx1"/>
                </a:solidFill>
              </a:rPr>
              <a:t>Make a countdown from 5 to 1 using</a:t>
            </a:r>
            <a:endParaRPr lang="en-US" sz="3200" dirty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r>
              <a:rPr lang="en-US" sz="3200" dirty="0" smtClean="0">
                <a:solidFill>
                  <a:schemeClr val="tx1"/>
                </a:solidFill>
              </a:rPr>
              <a:t>1. While loops</a:t>
            </a:r>
          </a:p>
          <a:p>
            <a:pPr marL="0" indent="0" algn="l">
              <a:spcAft>
                <a:spcPts val="1200"/>
              </a:spcAft>
            </a:pPr>
            <a:r>
              <a:rPr lang="en-US" sz="3200" dirty="0" smtClean="0">
                <a:solidFill>
                  <a:schemeClr val="tx1"/>
                </a:solidFill>
              </a:rPr>
              <a:t>2. For loops</a:t>
            </a:r>
          </a:p>
        </p:txBody>
      </p:sp>
    </p:spTree>
    <p:extLst>
      <p:ext uri="{BB962C8B-B14F-4D97-AF65-F5344CB8AC3E}">
        <p14:creationId xmlns:p14="http://schemas.microsoft.com/office/powerpoint/2010/main" val="1458697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631999" y="56644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Review exercise (while loop answer)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88660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456" y="922491"/>
            <a:ext cx="4218989" cy="388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01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631999" y="56644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Review exercise (</a:t>
            </a:r>
            <a:r>
              <a:rPr lang="en-US" altLang="zh-CN" sz="4000" dirty="0" smtClean="0"/>
              <a:t>For</a:t>
            </a:r>
            <a:r>
              <a:rPr lang="en-US" sz="4000" dirty="0" smtClean="0"/>
              <a:t> loop answer)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8866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101" y="1214248"/>
            <a:ext cx="4991797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9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Random numbers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1813504" y="792714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At the top of the script, write: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5"/>
            <a:ext cx="6078034" cy="899908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600" dirty="0" smtClean="0">
                <a:solidFill>
                  <a:schemeClr val="tx1"/>
                </a:solidFill>
              </a:rPr>
              <a:t>import random</a:t>
            </a:r>
            <a:endParaRPr lang="en-AU" sz="3600" dirty="0" smtClean="0">
              <a:solidFill>
                <a:schemeClr val="tx1"/>
              </a:solidFill>
            </a:endParaRPr>
          </a:p>
        </p:txBody>
      </p:sp>
      <p:sp>
        <p:nvSpPr>
          <p:cNvPr id="8" name="Google Shape;3209;p76"/>
          <p:cNvSpPr txBox="1">
            <a:spLocks/>
          </p:cNvSpPr>
          <p:nvPr/>
        </p:nvSpPr>
        <p:spPr>
          <a:xfrm>
            <a:off x="1458560" y="3352699"/>
            <a:ext cx="6078034" cy="899908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6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US" sz="3600" dirty="0" smtClean="0">
                <a:solidFill>
                  <a:schemeClr val="tx1"/>
                </a:solidFill>
              </a:rPr>
              <a:t>print(</a:t>
            </a:r>
            <a:r>
              <a:rPr lang="en-US" sz="3600" dirty="0" err="1" smtClean="0">
                <a:solidFill>
                  <a:schemeClr val="tx1"/>
                </a:solidFill>
              </a:rPr>
              <a:t>random.randint</a:t>
            </a:r>
            <a:r>
              <a:rPr lang="en-US" sz="3600" dirty="0" smtClean="0">
                <a:solidFill>
                  <a:schemeClr val="tx1"/>
                </a:solidFill>
              </a:rPr>
              <a:t>(1,6))</a:t>
            </a:r>
            <a:endParaRPr lang="en-AU" sz="3600" dirty="0" smtClean="0">
              <a:solidFill>
                <a:schemeClr val="tx1"/>
              </a:solidFill>
            </a:endParaRPr>
          </a:p>
        </p:txBody>
      </p:sp>
      <p:sp>
        <p:nvSpPr>
          <p:cNvPr id="9" name="Google Shape;3209;p76"/>
          <p:cNvSpPr txBox="1">
            <a:spLocks/>
          </p:cNvSpPr>
          <p:nvPr/>
        </p:nvSpPr>
        <p:spPr>
          <a:xfrm>
            <a:off x="1382861" y="2501047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Then try: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5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6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6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Random numbers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8" name="Google Shape;3209;p76"/>
          <p:cNvSpPr txBox="1">
            <a:spLocks/>
          </p:cNvSpPr>
          <p:nvPr/>
        </p:nvSpPr>
        <p:spPr>
          <a:xfrm>
            <a:off x="1534297" y="2879007"/>
            <a:ext cx="6078034" cy="899908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6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US" sz="3600" dirty="0" err="1" smtClean="0">
                <a:solidFill>
                  <a:schemeClr val="tx1"/>
                </a:solidFill>
              </a:rPr>
              <a:t>random.randint</a:t>
            </a:r>
            <a:r>
              <a:rPr lang="en-US" sz="3600" dirty="0" smtClean="0">
                <a:solidFill>
                  <a:schemeClr val="tx1"/>
                </a:solidFill>
              </a:rPr>
              <a:t>(1,10)</a:t>
            </a:r>
            <a:endParaRPr lang="en-AU" sz="3600" dirty="0" smtClean="0">
              <a:solidFill>
                <a:schemeClr val="tx1"/>
              </a:solidFill>
            </a:endParaRPr>
          </a:p>
        </p:txBody>
      </p:sp>
      <p:sp>
        <p:nvSpPr>
          <p:cNvPr id="9" name="Google Shape;3209;p76"/>
          <p:cNvSpPr txBox="1">
            <a:spLocks/>
          </p:cNvSpPr>
          <p:nvPr/>
        </p:nvSpPr>
        <p:spPr>
          <a:xfrm>
            <a:off x="1458559" y="1501985"/>
            <a:ext cx="6504003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This gives a random integer between 1 and 10</a:t>
            </a:r>
          </a:p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 (including 1 and 10)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014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Random numbers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8" name="Google Shape;3209;p76"/>
          <p:cNvSpPr txBox="1">
            <a:spLocks/>
          </p:cNvSpPr>
          <p:nvPr/>
        </p:nvSpPr>
        <p:spPr>
          <a:xfrm>
            <a:off x="1534297" y="2879007"/>
            <a:ext cx="6078034" cy="899908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6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US" sz="3600" dirty="0" err="1" smtClean="0">
                <a:solidFill>
                  <a:schemeClr val="tx1"/>
                </a:solidFill>
              </a:rPr>
              <a:t>random.randint</a:t>
            </a:r>
            <a:r>
              <a:rPr lang="en-US" sz="3600" dirty="0" smtClean="0">
                <a:solidFill>
                  <a:schemeClr val="tx1"/>
                </a:solidFill>
              </a:rPr>
              <a:t>(15,25)</a:t>
            </a:r>
            <a:endParaRPr lang="en-AU" sz="3600" dirty="0" smtClean="0">
              <a:solidFill>
                <a:schemeClr val="tx1"/>
              </a:solidFill>
            </a:endParaRPr>
          </a:p>
        </p:txBody>
      </p:sp>
      <p:sp>
        <p:nvSpPr>
          <p:cNvPr id="9" name="Google Shape;3209;p76"/>
          <p:cNvSpPr txBox="1">
            <a:spLocks/>
          </p:cNvSpPr>
          <p:nvPr/>
        </p:nvSpPr>
        <p:spPr>
          <a:xfrm>
            <a:off x="1458559" y="1501985"/>
            <a:ext cx="6504003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This gives a random integer between 15 and 25</a:t>
            </a:r>
          </a:p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75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Random numbers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9" name="Google Shape;3209;p76"/>
          <p:cNvSpPr txBox="1">
            <a:spLocks/>
          </p:cNvSpPr>
          <p:nvPr/>
        </p:nvSpPr>
        <p:spPr>
          <a:xfrm>
            <a:off x="1136627" y="1501985"/>
            <a:ext cx="6504003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Throwing a dice: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627" y="2071998"/>
            <a:ext cx="7147865" cy="199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04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Random numbers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8" name="Google Shape;3209;p76"/>
          <p:cNvSpPr txBox="1">
            <a:spLocks/>
          </p:cNvSpPr>
          <p:nvPr/>
        </p:nvSpPr>
        <p:spPr>
          <a:xfrm>
            <a:off x="1534297" y="2879007"/>
            <a:ext cx="6078034" cy="899908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6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US" sz="3600" dirty="0" err="1" smtClean="0">
                <a:solidFill>
                  <a:schemeClr val="tx1"/>
                </a:solidFill>
              </a:rPr>
              <a:t>random.choice</a:t>
            </a:r>
            <a:r>
              <a:rPr lang="en-US" sz="3600" dirty="0" smtClean="0">
                <a:solidFill>
                  <a:schemeClr val="tx1"/>
                </a:solidFill>
              </a:rPr>
              <a:t>(list)</a:t>
            </a:r>
            <a:endParaRPr lang="en-AU" sz="3600" dirty="0" smtClean="0">
              <a:solidFill>
                <a:schemeClr val="tx1"/>
              </a:solidFill>
            </a:endParaRPr>
          </a:p>
        </p:txBody>
      </p:sp>
      <p:sp>
        <p:nvSpPr>
          <p:cNvPr id="9" name="Google Shape;3209;p76"/>
          <p:cNvSpPr txBox="1">
            <a:spLocks/>
          </p:cNvSpPr>
          <p:nvPr/>
        </p:nvSpPr>
        <p:spPr>
          <a:xfrm>
            <a:off x="1458559" y="1501985"/>
            <a:ext cx="6504003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This picks a random item from a list</a:t>
            </a:r>
          </a:p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7333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631999" y="56644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Random numbers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88660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6403" y="1462586"/>
            <a:ext cx="6335009" cy="3124636"/>
          </a:xfrm>
          <a:prstGeom prst="rect">
            <a:avLst/>
          </a:prstGeom>
        </p:spPr>
      </p:pic>
      <p:sp>
        <p:nvSpPr>
          <p:cNvPr id="6" name="Google Shape;3209;p76"/>
          <p:cNvSpPr txBox="1">
            <a:spLocks/>
          </p:cNvSpPr>
          <p:nvPr/>
        </p:nvSpPr>
        <p:spPr>
          <a:xfrm>
            <a:off x="1757965" y="965497"/>
            <a:ext cx="6504003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Flipping a coin: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417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631999" y="56644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Random numbers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8866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0449" y="827646"/>
            <a:ext cx="5234256" cy="380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04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Functions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1382861" y="3456992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A function combines complicated steps into one command.</a:t>
            </a:r>
          </a:p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It can be used multiple times.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1992333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600" dirty="0" err="1" smtClean="0">
                <a:solidFill>
                  <a:schemeClr val="tx1"/>
                </a:solidFill>
              </a:rPr>
              <a:t>def</a:t>
            </a:r>
            <a:r>
              <a:rPr lang="en-US" sz="3600" dirty="0" smtClean="0">
                <a:solidFill>
                  <a:schemeClr val="tx1"/>
                </a:solidFill>
              </a:rPr>
              <a:t> </a:t>
            </a:r>
            <a:r>
              <a:rPr lang="en-US" sz="3600" dirty="0" err="1" smtClean="0">
                <a:solidFill>
                  <a:schemeClr val="tx1"/>
                </a:solidFill>
              </a:rPr>
              <a:t>function_name</a:t>
            </a:r>
            <a:r>
              <a:rPr lang="en-US" sz="3600" dirty="0" smtClean="0">
                <a:solidFill>
                  <a:schemeClr val="tx1"/>
                </a:solidFill>
              </a:rPr>
              <a:t>()</a:t>
            </a:r>
            <a:r>
              <a:rPr lang="en-US" sz="3600" dirty="0" smtClean="0">
                <a:solidFill>
                  <a:schemeClr val="tx1"/>
                </a:solidFill>
              </a:rPr>
              <a:t>:</a:t>
            </a:r>
            <a:endParaRPr lang="en-AU" sz="3600" dirty="0" smtClean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sz="3600" dirty="0">
                <a:solidFill>
                  <a:schemeClr val="tx1"/>
                </a:solidFill>
              </a:rPr>
              <a:t>	</a:t>
            </a:r>
            <a:r>
              <a:rPr lang="en-AU" sz="3600" dirty="0" smtClean="0">
                <a:solidFill>
                  <a:schemeClr val="tx1"/>
                </a:solidFill>
              </a:rPr>
              <a:t>do something</a:t>
            </a:r>
          </a:p>
        </p:txBody>
      </p:sp>
    </p:spTree>
    <p:extLst>
      <p:ext uri="{BB962C8B-B14F-4D97-AF65-F5344CB8AC3E}">
        <p14:creationId xmlns:p14="http://schemas.microsoft.com/office/powerpoint/2010/main" val="59525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631999" y="56644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Functions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88660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831" y="1113604"/>
            <a:ext cx="6859848" cy="326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02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631999" y="56644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Functions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8866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471" y="1032488"/>
            <a:ext cx="4746212" cy="345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03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631999" y="56644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Functions with parameters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8866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031" y="1214276"/>
            <a:ext cx="6936519" cy="293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474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631999" y="56644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Functions with parameters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88660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036" y="1213573"/>
            <a:ext cx="6401693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22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Summary (random)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8866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46" y="928142"/>
            <a:ext cx="7863934" cy="360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73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Summary (functions)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88660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3122" y="897622"/>
            <a:ext cx="4929319" cy="372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4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416" y="1518310"/>
            <a:ext cx="5926560" cy="1886602"/>
          </a:xfrm>
          <a:prstGeom prst="rect">
            <a:avLst/>
          </a:prstGeom>
        </p:spPr>
      </p:pic>
      <p:sp>
        <p:nvSpPr>
          <p:cNvPr id="5" name="Google Shape;2972;p67"/>
          <p:cNvSpPr txBox="1">
            <a:spLocks/>
          </p:cNvSpPr>
          <p:nvPr/>
        </p:nvSpPr>
        <p:spPr>
          <a:xfrm>
            <a:off x="2577982" y="205481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1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1298601" y="3056967"/>
            <a:ext cx="6724497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 is the smallest possible number that can be printed</a:t>
            </a:r>
          </a:p>
        </p:txBody>
      </p:sp>
      <p:sp>
        <p:nvSpPr>
          <p:cNvPr id="8" name="Google Shape;3209;p76"/>
          <p:cNvSpPr txBox="1">
            <a:spLocks/>
          </p:cNvSpPr>
          <p:nvPr/>
        </p:nvSpPr>
        <p:spPr>
          <a:xfrm>
            <a:off x="1298600" y="3507183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A. 4</a:t>
            </a:r>
          </a:p>
        </p:txBody>
      </p:sp>
      <p:sp>
        <p:nvSpPr>
          <p:cNvPr id="9" name="Google Shape;3209;p76"/>
          <p:cNvSpPr txBox="1">
            <a:spLocks/>
          </p:cNvSpPr>
          <p:nvPr/>
        </p:nvSpPr>
        <p:spPr>
          <a:xfrm>
            <a:off x="4273291" y="3473530"/>
            <a:ext cx="4675181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B.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3323" y="1179611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Google Shape;3209;p76"/>
          <p:cNvSpPr txBox="1">
            <a:spLocks/>
          </p:cNvSpPr>
          <p:nvPr/>
        </p:nvSpPr>
        <p:spPr>
          <a:xfrm>
            <a:off x="4089996" y="1139887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Answer: B</a:t>
            </a: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1298599" y="3944169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>
                <a:solidFill>
                  <a:schemeClr val="tx1"/>
                </a:solidFill>
              </a:rPr>
              <a:t>C</a:t>
            </a:r>
            <a:r>
              <a:rPr lang="en-AU" sz="2000" dirty="0" smtClean="0">
                <a:solidFill>
                  <a:schemeClr val="tx1"/>
                </a:solidFill>
              </a:rPr>
              <a:t>. </a:t>
            </a:r>
            <a:r>
              <a:rPr lang="en-AU" sz="2000" dirty="0">
                <a:solidFill>
                  <a:schemeClr val="tx1"/>
                </a:solidFill>
              </a:rPr>
              <a:t>6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15" name="Google Shape;3209;p76"/>
          <p:cNvSpPr txBox="1">
            <a:spLocks/>
          </p:cNvSpPr>
          <p:nvPr/>
        </p:nvSpPr>
        <p:spPr>
          <a:xfrm>
            <a:off x="4273291" y="3875030"/>
            <a:ext cx="4465706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>
                <a:solidFill>
                  <a:schemeClr val="tx1"/>
                </a:solidFill>
              </a:rPr>
              <a:t>D. </a:t>
            </a:r>
            <a:r>
              <a:rPr lang="en-AU" sz="2000" dirty="0" smtClean="0">
                <a:solidFill>
                  <a:schemeClr val="tx1"/>
                </a:solidFill>
              </a:rPr>
              <a:t>15</a:t>
            </a:r>
            <a:endParaRPr lang="en-AU" sz="2000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18" y="1733355"/>
            <a:ext cx="4041605" cy="127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91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6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6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6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6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416" y="1518310"/>
            <a:ext cx="5926560" cy="1886602"/>
          </a:xfrm>
          <a:prstGeom prst="rect">
            <a:avLst/>
          </a:prstGeom>
        </p:spPr>
      </p:pic>
      <p:sp>
        <p:nvSpPr>
          <p:cNvPr id="5" name="Google Shape;2972;p67"/>
          <p:cNvSpPr txBox="1">
            <a:spLocks/>
          </p:cNvSpPr>
          <p:nvPr/>
        </p:nvSpPr>
        <p:spPr>
          <a:xfrm>
            <a:off x="2577982" y="205481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2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1323514" y="253643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Which line correctly creates a function?</a:t>
            </a:r>
          </a:p>
        </p:txBody>
      </p:sp>
      <p:sp>
        <p:nvSpPr>
          <p:cNvPr id="8" name="Google Shape;3209;p76"/>
          <p:cNvSpPr txBox="1">
            <a:spLocks/>
          </p:cNvSpPr>
          <p:nvPr/>
        </p:nvSpPr>
        <p:spPr>
          <a:xfrm>
            <a:off x="1323514" y="3498513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A. </a:t>
            </a:r>
            <a:r>
              <a:rPr lang="en-AU" sz="2000" dirty="0">
                <a:solidFill>
                  <a:schemeClr val="tx1"/>
                </a:solidFill>
              </a:rPr>
              <a:t>function hello():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9" name="Google Shape;3209;p76"/>
          <p:cNvSpPr txBox="1">
            <a:spLocks/>
          </p:cNvSpPr>
          <p:nvPr/>
        </p:nvSpPr>
        <p:spPr>
          <a:xfrm>
            <a:off x="4273291" y="3520737"/>
            <a:ext cx="4675181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B. </a:t>
            </a:r>
            <a:r>
              <a:rPr lang="en-AU" sz="2000" dirty="0">
                <a:solidFill>
                  <a:schemeClr val="tx1"/>
                </a:solidFill>
              </a:rPr>
              <a:t>create hello():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15864" y="1071638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Google Shape;3209;p76"/>
          <p:cNvSpPr txBox="1">
            <a:spLocks/>
          </p:cNvSpPr>
          <p:nvPr/>
        </p:nvSpPr>
        <p:spPr>
          <a:xfrm>
            <a:off x="4046039" y="1013736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Answer: c</a:t>
            </a: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1298599" y="3944169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>
                <a:solidFill>
                  <a:schemeClr val="tx1"/>
                </a:solidFill>
              </a:rPr>
              <a:t>C</a:t>
            </a:r>
            <a:r>
              <a:rPr lang="en-AU" sz="2000" dirty="0" smtClean="0">
                <a:solidFill>
                  <a:schemeClr val="tx1"/>
                </a:solidFill>
              </a:rPr>
              <a:t>. </a:t>
            </a:r>
            <a:r>
              <a:rPr lang="en-AU" sz="2000" dirty="0" err="1">
                <a:solidFill>
                  <a:schemeClr val="tx1"/>
                </a:solidFill>
              </a:rPr>
              <a:t>def</a:t>
            </a:r>
            <a:r>
              <a:rPr lang="en-AU" sz="2000" dirty="0">
                <a:solidFill>
                  <a:schemeClr val="tx1"/>
                </a:solidFill>
              </a:rPr>
              <a:t> hello():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15" name="Google Shape;3209;p76"/>
          <p:cNvSpPr txBox="1">
            <a:spLocks/>
          </p:cNvSpPr>
          <p:nvPr/>
        </p:nvSpPr>
        <p:spPr>
          <a:xfrm>
            <a:off x="4273291" y="3875030"/>
            <a:ext cx="4465706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>
                <a:solidFill>
                  <a:schemeClr val="tx1"/>
                </a:solidFill>
              </a:rPr>
              <a:t>D. make hello():</a:t>
            </a:r>
          </a:p>
        </p:txBody>
      </p:sp>
    </p:spTree>
    <p:extLst>
      <p:ext uri="{BB962C8B-B14F-4D97-AF65-F5344CB8AC3E}">
        <p14:creationId xmlns:p14="http://schemas.microsoft.com/office/powerpoint/2010/main" val="175013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6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6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6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6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416" y="1518310"/>
            <a:ext cx="5926560" cy="1886602"/>
          </a:xfrm>
          <a:prstGeom prst="rect">
            <a:avLst/>
          </a:prstGeom>
        </p:spPr>
      </p:pic>
      <p:sp>
        <p:nvSpPr>
          <p:cNvPr id="5" name="Google Shape;2972;p67"/>
          <p:cNvSpPr txBox="1">
            <a:spLocks/>
          </p:cNvSpPr>
          <p:nvPr/>
        </p:nvSpPr>
        <p:spPr>
          <a:xfrm>
            <a:off x="2577982" y="205481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3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1323514" y="253643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How do you call (use) a function called “jump”?</a:t>
            </a:r>
          </a:p>
        </p:txBody>
      </p:sp>
      <p:sp>
        <p:nvSpPr>
          <p:cNvPr id="8" name="Google Shape;3209;p76"/>
          <p:cNvSpPr txBox="1">
            <a:spLocks/>
          </p:cNvSpPr>
          <p:nvPr/>
        </p:nvSpPr>
        <p:spPr>
          <a:xfrm>
            <a:off x="1323514" y="3498513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A. jump</a:t>
            </a:r>
          </a:p>
        </p:txBody>
      </p:sp>
      <p:sp>
        <p:nvSpPr>
          <p:cNvPr id="9" name="Google Shape;3209;p76"/>
          <p:cNvSpPr txBox="1">
            <a:spLocks/>
          </p:cNvSpPr>
          <p:nvPr/>
        </p:nvSpPr>
        <p:spPr>
          <a:xfrm>
            <a:off x="4273291" y="3520737"/>
            <a:ext cx="4675181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B. do jump()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15864" y="1071638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Google Shape;3209;p76"/>
          <p:cNvSpPr txBox="1">
            <a:spLocks/>
          </p:cNvSpPr>
          <p:nvPr/>
        </p:nvSpPr>
        <p:spPr>
          <a:xfrm>
            <a:off x="3986069" y="1108030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Answer: </a:t>
            </a:r>
            <a:r>
              <a:rPr lang="en-AU" sz="2000" dirty="0" smtClean="0">
                <a:solidFill>
                  <a:schemeClr val="tx1"/>
                </a:solidFill>
              </a:rPr>
              <a:t>C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1298599" y="3944169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>
                <a:solidFill>
                  <a:schemeClr val="tx1"/>
                </a:solidFill>
              </a:rPr>
              <a:t>C</a:t>
            </a:r>
            <a:r>
              <a:rPr lang="en-AU" sz="2000" dirty="0" smtClean="0">
                <a:solidFill>
                  <a:schemeClr val="tx1"/>
                </a:solidFill>
              </a:rPr>
              <a:t>. jump()</a:t>
            </a:r>
          </a:p>
        </p:txBody>
      </p:sp>
      <p:sp>
        <p:nvSpPr>
          <p:cNvPr id="15" name="Google Shape;3209;p76"/>
          <p:cNvSpPr txBox="1">
            <a:spLocks/>
          </p:cNvSpPr>
          <p:nvPr/>
        </p:nvSpPr>
        <p:spPr>
          <a:xfrm>
            <a:off x="4273291" y="3875030"/>
            <a:ext cx="4465706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>
                <a:solidFill>
                  <a:schemeClr val="tx1"/>
                </a:solidFill>
              </a:rPr>
              <a:t>D. </a:t>
            </a:r>
            <a:r>
              <a:rPr lang="en-AU" sz="2000" dirty="0" smtClean="0">
                <a:solidFill>
                  <a:schemeClr val="tx1"/>
                </a:solidFill>
              </a:rPr>
              <a:t>jump[]</a:t>
            </a:r>
            <a:endParaRPr lang="en-A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179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6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6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6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6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theme/theme1.xml><?xml version="1.0" encoding="utf-8"?>
<a:theme xmlns:a="http://schemas.openxmlformats.org/drawingml/2006/main" name="Giant Doodles Newsletter by Slidesgo">
  <a:themeElements>
    <a:clrScheme name="Simple Light">
      <a:dk1>
        <a:srgbClr val="002969"/>
      </a:dk1>
      <a:lt1>
        <a:srgbClr val="FFFFFF"/>
      </a:lt1>
      <a:dk2>
        <a:srgbClr val="698A9D"/>
      </a:dk2>
      <a:lt2>
        <a:srgbClr val="EEEEEE"/>
      </a:lt2>
      <a:accent1>
        <a:srgbClr val="FE98B0"/>
      </a:accent1>
      <a:accent2>
        <a:srgbClr val="12B6C2"/>
      </a:accent2>
      <a:accent3>
        <a:srgbClr val="9DDDD1"/>
      </a:accent3>
      <a:accent4>
        <a:srgbClr val="F67A62"/>
      </a:accent4>
      <a:accent5>
        <a:srgbClr val="FFC6BB"/>
      </a:accent5>
      <a:accent6>
        <a:srgbClr val="FECE5F"/>
      </a:accent6>
      <a:hlink>
        <a:srgbClr val="0029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3574</TotalTime>
  <Words>348</Words>
  <Application>Microsoft Office PowerPoint</Application>
  <PresentationFormat>On-screen Show (16:9)</PresentationFormat>
  <Paragraphs>81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Amatic SC</vt:lpstr>
      <vt:lpstr>Didact Gothic</vt:lpstr>
      <vt:lpstr>Arial</vt:lpstr>
      <vt:lpstr>Giant Doodles Newsletter by Slidesgo</vt:lpstr>
      <vt:lpstr>Python week 8</vt:lpstr>
      <vt:lpstr>Review (While loops)</vt:lpstr>
      <vt:lpstr>While loops</vt:lpstr>
      <vt:lpstr>For loops (Review)</vt:lpstr>
      <vt:lpstr>For loops</vt:lpstr>
      <vt:lpstr>Review exercise</vt:lpstr>
      <vt:lpstr>Review exercise (while loop answer)</vt:lpstr>
      <vt:lpstr>Review exercise (For loop answer)</vt:lpstr>
      <vt:lpstr>Random numbers</vt:lpstr>
      <vt:lpstr>Random numbers</vt:lpstr>
      <vt:lpstr>Random numbers</vt:lpstr>
      <vt:lpstr>Random numbers</vt:lpstr>
      <vt:lpstr>Random numbers</vt:lpstr>
      <vt:lpstr>Random numbers</vt:lpstr>
      <vt:lpstr>Random numbers</vt:lpstr>
      <vt:lpstr>Functions</vt:lpstr>
      <vt:lpstr>Functions</vt:lpstr>
      <vt:lpstr>Functions</vt:lpstr>
      <vt:lpstr>Functions with parameters</vt:lpstr>
      <vt:lpstr>Functions with parameters</vt:lpstr>
      <vt:lpstr>Summary (random)</vt:lpstr>
      <vt:lpstr>Summary (functions)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week 8</dc:title>
  <cp:lastModifiedBy>Steven Gao</cp:lastModifiedBy>
  <cp:revision>67</cp:revision>
  <dcterms:modified xsi:type="dcterms:W3CDTF">2026-06-20T10:29:46Z</dcterms:modified>
</cp:coreProperties>
</file>